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 Ranking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e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1</a:t>
            </a:r>
          </a:p>
          <a:p>
            <a:pPr algn="l"/>
            <a:endParaRPr lang="en-US"/>
          </a:p>
        </p:txBody>
      </p:sp>
      <p:sp>
        <p:nvSpPr>
          <p:cNvPr id="8" name="Cause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2</a:t>
            </a:r>
          </a:p>
          <a:p>
            <a:pPr algn="l"/>
            <a:endParaRPr lang="en-US"/>
          </a:p>
        </p:txBody>
      </p:sp>
      <p:sp>
        <p:nvSpPr>
          <p:cNvPr id="9" name="Cause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3</a:t>
            </a:r>
          </a:p>
          <a:p>
            <a:pPr algn="l"/>
            <a:endParaRPr lang="en-US"/>
          </a:p>
        </p:txBody>
      </p:sp>
      <p:sp>
        <p:nvSpPr>
          <p:cNvPr id="10" name="Cause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Cause 4</a:t>
            </a:r>
          </a:p>
          <a:p>
            <a:pPr algn="l"/>
            <a:endParaRPr lang="en-US"/>
          </a:p>
        </p:txBody>
      </p:sp>
      <p:sp>
        <p:nvSpPr>
          <p:cNvPr id="11" name="Rank the cause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Rank the causes 1-4</a:t>
            </a:r>
          </a:p>
          <a:p>
            <a:pPr algn="l"/>
            <a:endParaRPr lang="en-US"/>
          </a:p>
        </p:txBody>
      </p:sp>
      <p:sp>
        <p:nvSpPr>
          <p:cNvPr id="12" name="Most Important Caus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Most Important Cause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Clasificación de causas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1</a:t>
            </a:r>
          </a:p>
          <a:p>
            <a:pPr algn="l"/>
            <a:endParaRPr lang="en-US"/>
          </a:p>
        </p:txBody>
      </p:sp>
      <p:sp>
        <p:nvSpPr>
          <p:cNvPr id="8" name="Causa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2</a:t>
            </a:r>
          </a:p>
          <a:p>
            <a:pPr algn="l"/>
            <a:endParaRPr lang="en-US"/>
          </a:p>
        </p:txBody>
      </p:sp>
      <p:sp>
        <p:nvSpPr>
          <p:cNvPr id="9" name="Causa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3</a:t>
            </a:r>
          </a:p>
          <a:p>
            <a:pPr algn="l"/>
            <a:endParaRPr lang="en-US"/>
          </a:p>
        </p:txBody>
      </p:sp>
      <p:sp>
        <p:nvSpPr>
          <p:cNvPr id="10" name="Causa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4</a:t>
            </a:r>
          </a:p>
          <a:p>
            <a:pPr algn="l"/>
            <a:endParaRPr lang="en-US"/>
          </a:p>
        </p:txBody>
      </p:sp>
      <p:sp>
        <p:nvSpPr>
          <p:cNvPr id="11" name="Ordena las causa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Ordena las causas 1-4</a:t>
            </a:r>
          </a:p>
          <a:p>
            <a:pPr algn="l"/>
            <a:endParaRPr lang="en-US"/>
          </a:p>
        </p:txBody>
      </p:sp>
      <p:sp>
        <p:nvSpPr>
          <p:cNvPr id="12" name="Causa más important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más importante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Xếp hạng nguyên nhân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1</a:t>
            </a:r>
          </a:p>
          <a:p>
            <a:pPr algn="l"/>
            <a:endParaRPr lang="en-US"/>
          </a:p>
        </p:txBody>
      </p:sp>
      <p:sp>
        <p:nvSpPr>
          <p:cNvPr id="8" name="Nguyên nhân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2</a:t>
            </a:r>
          </a:p>
          <a:p>
            <a:pPr algn="l"/>
            <a:endParaRPr lang="en-US"/>
          </a:p>
        </p:txBody>
      </p:sp>
      <p:sp>
        <p:nvSpPr>
          <p:cNvPr id="9" name="Nguyên nhân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3</a:t>
            </a:r>
          </a:p>
          <a:p>
            <a:pPr algn="l"/>
            <a:endParaRPr lang="en-US"/>
          </a:p>
        </p:txBody>
      </p:sp>
      <p:sp>
        <p:nvSpPr>
          <p:cNvPr id="10" name="Nguyên nhân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4</a:t>
            </a:r>
          </a:p>
          <a:p>
            <a:pPr algn="l"/>
            <a:endParaRPr lang="en-US"/>
          </a:p>
        </p:txBody>
      </p:sp>
      <p:sp>
        <p:nvSpPr>
          <p:cNvPr id="11" name="Xếp hạng nguyên nhân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Xếp hạng nguyên nhân 1-4</a:t>
            </a:r>
          </a:p>
          <a:p>
            <a:pPr algn="l"/>
            <a:endParaRPr lang="en-US"/>
          </a:p>
        </p:txBody>
      </p:sp>
      <p:sp>
        <p:nvSpPr>
          <p:cNvPr id="12" name="Nguyên nhân quan trọng nhất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quan trọng nhất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原因排序图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原因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1</a:t>
            </a:r>
          </a:p>
          <a:p>
            <a:pPr algn="l"/>
            <a:endParaRPr lang="en-US"/>
          </a:p>
        </p:txBody>
      </p:sp>
      <p:sp>
        <p:nvSpPr>
          <p:cNvPr id="8" name="原因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2</a:t>
            </a:r>
          </a:p>
          <a:p>
            <a:pPr algn="l"/>
            <a:endParaRPr lang="en-US"/>
          </a:p>
        </p:txBody>
      </p:sp>
      <p:sp>
        <p:nvSpPr>
          <p:cNvPr id="9" name="原因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3</a:t>
            </a:r>
          </a:p>
          <a:p>
            <a:pPr algn="l"/>
            <a:endParaRPr lang="en-US"/>
          </a:p>
        </p:txBody>
      </p:sp>
      <p:sp>
        <p:nvSpPr>
          <p:cNvPr id="10" name="原因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4</a:t>
            </a:r>
          </a:p>
          <a:p>
            <a:pPr algn="l"/>
            <a:endParaRPr lang="en-US"/>
          </a:p>
        </p:txBody>
      </p:sp>
      <p:sp>
        <p:nvSpPr>
          <p:cNvPr id="11" name="将原因按 1-4 排序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将原因按 1-4 排序</a:t>
            </a:r>
          </a:p>
          <a:p>
            <a:pPr algn="l"/>
            <a:endParaRPr lang="en-US"/>
          </a:p>
        </p:txBody>
      </p:sp>
      <p:sp>
        <p:nvSpPr>
          <p:cNvPr id="12" name="最重要的原因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最重要的原因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रैंकिंग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ण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1</a:t>
            </a:r>
          </a:p>
          <a:p>
            <a:pPr algn="l"/>
            <a:endParaRPr lang="en-US"/>
          </a:p>
        </p:txBody>
      </p:sp>
      <p:sp>
        <p:nvSpPr>
          <p:cNvPr id="8" name="कारण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2</a:t>
            </a:r>
          </a:p>
          <a:p>
            <a:pPr algn="l"/>
            <a:endParaRPr lang="en-US"/>
          </a:p>
        </p:txBody>
      </p:sp>
      <p:sp>
        <p:nvSpPr>
          <p:cNvPr id="9" name="कारण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3</a:t>
            </a:r>
          </a:p>
          <a:p>
            <a:pPr algn="l"/>
            <a:endParaRPr lang="en-US"/>
          </a:p>
        </p:txBody>
      </p:sp>
      <p:sp>
        <p:nvSpPr>
          <p:cNvPr id="10" name="कारण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 4</a:t>
            </a:r>
          </a:p>
          <a:p>
            <a:pPr algn="l"/>
            <a:endParaRPr lang="en-US"/>
          </a:p>
        </p:txBody>
      </p:sp>
      <p:sp>
        <p:nvSpPr>
          <p:cNvPr id="11" name="कारणों को 1-4 क्रम दें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कारणों को 1-4 क्रम दें</a:t>
            </a:r>
          </a:p>
          <a:p>
            <a:pPr algn="l"/>
            <a:endParaRPr lang="en-US"/>
          </a:p>
        </p:txBody>
      </p:sp>
      <p:sp>
        <p:nvSpPr>
          <p:cNvPr id="12" name="सबसे महत्वपूर्ण कारण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कारण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ترتيب الأسباب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1</a:t>
            </a:r>
          </a:p>
          <a:p>
            <a:pPr algn="l" rtl="1"/>
            <a:endParaRPr lang="en-US"/>
          </a:p>
        </p:txBody>
      </p:sp>
      <p:sp>
        <p:nvSpPr>
          <p:cNvPr id="8" name="ال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2</a:t>
            </a:r>
          </a:p>
          <a:p>
            <a:pPr algn="l" rtl="1"/>
            <a:endParaRPr lang="en-US"/>
          </a:p>
        </p:txBody>
      </p:sp>
      <p:sp>
        <p:nvSpPr>
          <p:cNvPr id="9" name="ال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3</a:t>
            </a:r>
          </a:p>
          <a:p>
            <a:pPr algn="l" rtl="1"/>
            <a:endParaRPr lang="en-US"/>
          </a:p>
        </p:txBody>
      </p:sp>
      <p:sp>
        <p:nvSpPr>
          <p:cNvPr id="10" name="ال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4</a:t>
            </a:r>
          </a:p>
          <a:p>
            <a:pPr algn="l" rtl="1"/>
            <a:endParaRPr lang="en-US"/>
          </a:p>
        </p:txBody>
      </p:sp>
      <p:sp>
        <p:nvSpPr>
          <p:cNvPr id="11" name="رتّب الأسباب 1-4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رتّب الأسباب 1-4</a:t>
            </a:r>
          </a:p>
          <a:p>
            <a:pPr algn="l" rtl="1"/>
            <a:endParaRPr lang="en-US"/>
          </a:p>
        </p:txBody>
      </p:sp>
      <p:sp>
        <p:nvSpPr>
          <p:cNvPr id="12" name="السبب الأهم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الأهم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وجوہات کی درجہ بندی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1</a:t>
            </a:r>
          </a:p>
          <a:p>
            <a:pPr algn="l" rtl="1"/>
            <a:endParaRPr lang="en-US"/>
          </a:p>
        </p:txBody>
      </p:sp>
      <p:sp>
        <p:nvSpPr>
          <p:cNvPr id="8" name="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2</a:t>
            </a:r>
          </a:p>
          <a:p>
            <a:pPr algn="l" rtl="1"/>
            <a:endParaRPr lang="en-US"/>
          </a:p>
        </p:txBody>
      </p:sp>
      <p:sp>
        <p:nvSpPr>
          <p:cNvPr id="9" name="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3</a:t>
            </a:r>
          </a:p>
          <a:p>
            <a:pPr algn="l" rtl="1"/>
            <a:endParaRPr lang="en-US"/>
          </a:p>
        </p:txBody>
      </p:sp>
      <p:sp>
        <p:nvSpPr>
          <p:cNvPr id="10" name="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سبب 4</a:t>
            </a:r>
          </a:p>
          <a:p>
            <a:pPr algn="l" rtl="1"/>
            <a:endParaRPr lang="en-US"/>
          </a:p>
        </p:txBody>
      </p:sp>
      <p:sp>
        <p:nvSpPr>
          <p:cNvPr id="11" name="وجوہات کو 1-4 درجہ دیں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وجوہات کو 1-4 درجہ دیں</a:t>
            </a:r>
          </a:p>
          <a:p>
            <a:pPr algn="l" rtl="1"/>
            <a:endParaRPr lang="en-US"/>
          </a:p>
        </p:txBody>
      </p:sp>
      <p:sp>
        <p:nvSpPr>
          <p:cNvPr id="12" name="سب سے اہم وجہ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وجہ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 Ranking Map — 7 languages</dc:title>
  <dc:creator>TCEA / Miguel Guhlin</dc:creator>
  <cp:lastModifiedBy>TCEA</cp:lastModifiedBy>
</cp:coreProperties>
</file>