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Turning Point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urning Poin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Turning Point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Pressures Building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Pressures Building</a:t>
            </a:r>
          </a:p>
          <a:p>
            <a:pPr algn="l"/>
            <a:endParaRPr lang="en-US"/>
          </a:p>
        </p:txBody>
      </p:sp>
      <p:sp>
        <p:nvSpPr>
          <p:cNvPr id="11" name="Long-Term Change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Change</a:t>
            </a:r>
          </a:p>
          <a:p>
            <a:pPr algn="l"/>
            <a:endParaRPr lang="en-US"/>
          </a:p>
        </p:txBody>
      </p:sp>
      <p:sp>
        <p:nvSpPr>
          <p:cNvPr id="12" name="Why was this a turning poin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this a turning point?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Punto de inflexión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Punto de inflexión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Presiones acumuladas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Presiones acumuladas</a:t>
            </a:r>
          </a:p>
          <a:p>
            <a:pPr algn="l"/>
            <a:endParaRPr lang="en-US"/>
          </a:p>
        </p:txBody>
      </p:sp>
      <p:sp>
        <p:nvSpPr>
          <p:cNvPr id="11" name="Cambio a largo plazo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2" name="¿Por qué fue un punto de inflexión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un punto de inflexión?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Bước ngoặ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Bước ngoặt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Áp lực tích tụ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Áp lực tích tụ</a:t>
            </a:r>
          </a:p>
          <a:p>
            <a:pPr algn="l"/>
            <a:endParaRPr lang="en-US"/>
          </a:p>
        </p:txBody>
      </p:sp>
      <p:sp>
        <p:nvSpPr>
          <p:cNvPr id="11" name="Thay đổi dài hạn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2" name="Vì sao đây là bước ngoặ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đây là bước ngoặt?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转折点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转折点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累积压力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累积压力</a:t>
            </a:r>
          </a:p>
          <a:p>
            <a:pPr algn="l"/>
            <a:endParaRPr lang="en-US"/>
          </a:p>
        </p:txBody>
      </p:sp>
      <p:sp>
        <p:nvSpPr>
          <p:cNvPr id="11" name="长期变化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2" name="为什么这是转折点？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为什么这是转折点？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मोड़ बिंदु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ढ़ता दबाव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बढ़ता दबाव</a:t>
            </a:r>
          </a:p>
          <a:p>
            <a:pPr algn="l"/>
            <a:endParaRPr lang="en-US"/>
          </a:p>
        </p:txBody>
      </p:sp>
      <p:sp>
        <p:nvSpPr>
          <p:cNvPr id="11" name="दीर्घकालिक बदलाव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2" name="यह मोड़ बिंदु क्यों था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मोड़ बिंदु क्यों था?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نقطة تحوّل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نقطة تحوّل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ضغوط متراكمة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ضغوط متراكمة</a:t>
            </a:r>
          </a:p>
          <a:p>
            <a:pPr algn="l" rtl="1"/>
            <a:endParaRPr lang="en-US"/>
          </a:p>
        </p:txBody>
      </p:sp>
      <p:sp>
        <p:nvSpPr>
          <p:cNvPr id="11" name="تغيير طويل المدى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2" name="لماذا كان نقطة تحوّل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نقطة تحوّل؟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اہم موڑ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موڑ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بڑھتے دباؤ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بڑھتے دباؤ</a:t>
            </a:r>
          </a:p>
          <a:p>
            <a:pPr algn="l" rtl="1"/>
            <a:endParaRPr lang="en-US"/>
          </a:p>
        </p:txBody>
      </p:sp>
      <p:sp>
        <p:nvSpPr>
          <p:cNvPr id="11" name="طویل مدتی تبدیلی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2" name="یہ اہم موڑ کیوں تھا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موڑ کیوں تھا؟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Point Map — 7 languages</dc:title>
  <dc:creator>TCEA / Miguel Guhlin</dc:creator>
  <cp:lastModifiedBy>TCEA</cp:lastModifiedBy>
</cp:coreProperties>
</file>