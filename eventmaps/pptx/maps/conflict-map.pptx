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Conflict Map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Side / Group A"/>
          <p:cNvSpPr/>
          <p:nvPr/>
        </p:nvSpPr>
        <p:spPr>
          <a:xfrm>
            <a:off x="420886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Side / Group A</a:t>
            </a:r>
          </a:p>
          <a:p>
            <a:pPr algn="l"/>
            <a:endParaRPr lang="en-US"/>
          </a:p>
        </p:txBody>
      </p:sp>
      <p:sp>
        <p:nvSpPr>
          <p:cNvPr id="8" name="Goal"/>
          <p:cNvSpPr/>
          <p:nvPr/>
        </p:nvSpPr>
        <p:spPr>
          <a:xfrm>
            <a:off x="420886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Goal</a:t>
            </a:r>
          </a:p>
          <a:p>
            <a:pPr algn="l"/>
            <a:endParaRPr lang="en-US"/>
          </a:p>
        </p:txBody>
      </p:sp>
      <p:sp>
        <p:nvSpPr>
          <p:cNvPr id="9" name="Actions"/>
          <p:cNvSpPr/>
          <p:nvPr/>
        </p:nvSpPr>
        <p:spPr>
          <a:xfrm>
            <a:off x="420886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Actions</a:t>
            </a:r>
          </a:p>
          <a:p>
            <a:pPr algn="l"/>
            <a:endParaRPr lang="en-US"/>
          </a:p>
        </p:txBody>
      </p:sp>
      <p:sp>
        <p:nvSpPr>
          <p:cNvPr id="10" name="Key Conflict / Event"/>
          <p:cNvSpPr/>
          <p:nvPr/>
        </p:nvSpPr>
        <p:spPr>
          <a:xfrm>
            <a:off x="3797201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Key Conflict / Event</a:t>
            </a:r>
          </a:p>
        </p:txBody>
      </p:sp>
      <p:sp>
        <p:nvSpPr>
          <p:cNvPr id="11" name="Side / Group B"/>
          <p:cNvSpPr/>
          <p:nvPr/>
        </p:nvSpPr>
        <p:spPr>
          <a:xfrm>
            <a:off x="6352431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Side / Group B</a:t>
            </a:r>
          </a:p>
          <a:p>
            <a:pPr algn="l"/>
            <a:endParaRPr lang="en-US"/>
          </a:p>
        </p:txBody>
      </p:sp>
      <p:sp>
        <p:nvSpPr>
          <p:cNvPr id="12" name="Goal"/>
          <p:cNvSpPr/>
          <p:nvPr/>
        </p:nvSpPr>
        <p:spPr>
          <a:xfrm>
            <a:off x="6352431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Goal</a:t>
            </a:r>
          </a:p>
          <a:p>
            <a:pPr algn="l"/>
            <a:endParaRPr lang="en-US"/>
          </a:p>
        </p:txBody>
      </p:sp>
      <p:sp>
        <p:nvSpPr>
          <p:cNvPr id="13" name="Actions"/>
          <p:cNvSpPr/>
          <p:nvPr/>
        </p:nvSpPr>
        <p:spPr>
          <a:xfrm>
            <a:off x="6352431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Actions</a:t>
            </a:r>
          </a:p>
          <a:p>
            <a:pPr algn="l"/>
            <a:endParaRPr lang="en-US"/>
          </a:p>
        </p:txBody>
      </p:sp>
      <p:sp>
        <p:nvSpPr>
          <p:cNvPr id="14" name="Resolution"/>
          <p:cNvSpPr/>
          <p:nvPr/>
        </p:nvSpPr>
        <p:spPr>
          <a:xfrm>
            <a:off x="420886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Resolution</a:t>
            </a:r>
          </a:p>
          <a:p>
            <a:pPr algn="l"/>
            <a:endParaRPr lang="en-US"/>
          </a:p>
        </p:txBody>
      </p:sp>
      <p:sp>
        <p:nvSpPr>
          <p:cNvPr id="15" name="Result"/>
          <p:cNvSpPr/>
          <p:nvPr/>
        </p:nvSpPr>
        <p:spPr>
          <a:xfrm>
            <a:off x="5074741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Mapa de conflicto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Lado / Grupo A"/>
          <p:cNvSpPr/>
          <p:nvPr/>
        </p:nvSpPr>
        <p:spPr>
          <a:xfrm>
            <a:off x="420886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Lado / Grupo A</a:t>
            </a:r>
          </a:p>
          <a:p>
            <a:pPr algn="l"/>
            <a:endParaRPr lang="en-US"/>
          </a:p>
        </p:txBody>
      </p:sp>
      <p:sp>
        <p:nvSpPr>
          <p:cNvPr id="8" name="Meta del lado A"/>
          <p:cNvSpPr/>
          <p:nvPr/>
        </p:nvSpPr>
        <p:spPr>
          <a:xfrm>
            <a:off x="420886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Meta del lado A</a:t>
            </a:r>
          </a:p>
          <a:p>
            <a:pPr algn="l"/>
            <a:endParaRPr lang="en-US"/>
          </a:p>
        </p:txBody>
      </p:sp>
      <p:sp>
        <p:nvSpPr>
          <p:cNvPr id="9" name="Acción del lado A"/>
          <p:cNvSpPr/>
          <p:nvPr/>
        </p:nvSpPr>
        <p:spPr>
          <a:xfrm>
            <a:off x="420886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Acción del lado A</a:t>
            </a:r>
          </a:p>
          <a:p>
            <a:pPr algn="l"/>
            <a:endParaRPr lang="en-US"/>
          </a:p>
        </p:txBody>
      </p:sp>
      <p:sp>
        <p:nvSpPr>
          <p:cNvPr id="10" name="Evento del conflicto"/>
          <p:cNvSpPr/>
          <p:nvPr/>
        </p:nvSpPr>
        <p:spPr>
          <a:xfrm>
            <a:off x="3797201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Evento del conflicto</a:t>
            </a:r>
          </a:p>
        </p:txBody>
      </p:sp>
      <p:sp>
        <p:nvSpPr>
          <p:cNvPr id="11" name="Lado / Grupo B"/>
          <p:cNvSpPr/>
          <p:nvPr/>
        </p:nvSpPr>
        <p:spPr>
          <a:xfrm>
            <a:off x="6352431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Lado / Grupo B</a:t>
            </a:r>
          </a:p>
          <a:p>
            <a:pPr algn="l"/>
            <a:endParaRPr lang="en-US"/>
          </a:p>
        </p:txBody>
      </p:sp>
      <p:sp>
        <p:nvSpPr>
          <p:cNvPr id="12" name="Meta del lado B"/>
          <p:cNvSpPr/>
          <p:nvPr/>
        </p:nvSpPr>
        <p:spPr>
          <a:xfrm>
            <a:off x="6352431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Meta del lado B</a:t>
            </a:r>
          </a:p>
          <a:p>
            <a:pPr algn="l"/>
            <a:endParaRPr lang="en-US"/>
          </a:p>
        </p:txBody>
      </p:sp>
      <p:sp>
        <p:nvSpPr>
          <p:cNvPr id="13" name="Acción del lado B"/>
          <p:cNvSpPr/>
          <p:nvPr/>
        </p:nvSpPr>
        <p:spPr>
          <a:xfrm>
            <a:off x="6352431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Acción del lado B</a:t>
            </a:r>
          </a:p>
          <a:p>
            <a:pPr algn="l"/>
            <a:endParaRPr lang="en-US"/>
          </a:p>
        </p:txBody>
      </p:sp>
      <p:sp>
        <p:nvSpPr>
          <p:cNvPr id="14" name="Resolución"/>
          <p:cNvSpPr/>
          <p:nvPr/>
        </p:nvSpPr>
        <p:spPr>
          <a:xfrm>
            <a:off x="420886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Resolución</a:t>
            </a:r>
          </a:p>
          <a:p>
            <a:pPr algn="l"/>
            <a:endParaRPr lang="en-US"/>
          </a:p>
        </p:txBody>
      </p:sp>
      <p:sp>
        <p:nvSpPr>
          <p:cNvPr id="15" name="Resultado"/>
          <p:cNvSpPr/>
          <p:nvPr/>
        </p:nvSpPr>
        <p:spPr>
          <a:xfrm>
            <a:off x="5074741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Bản đồ xung đột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Bên / Nhóm A"/>
          <p:cNvSpPr/>
          <p:nvPr/>
        </p:nvSpPr>
        <p:spPr>
          <a:xfrm>
            <a:off x="420886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Bên / Nhóm A</a:t>
            </a:r>
          </a:p>
          <a:p>
            <a:pPr algn="l"/>
            <a:endParaRPr lang="en-US"/>
          </a:p>
        </p:txBody>
      </p:sp>
      <p:sp>
        <p:nvSpPr>
          <p:cNvPr id="8" name="Mục tiêu của bên A"/>
          <p:cNvSpPr/>
          <p:nvPr/>
        </p:nvSpPr>
        <p:spPr>
          <a:xfrm>
            <a:off x="420886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Mục tiêu của bên A</a:t>
            </a:r>
          </a:p>
          <a:p>
            <a:pPr algn="l"/>
            <a:endParaRPr lang="en-US"/>
          </a:p>
        </p:txBody>
      </p:sp>
      <p:sp>
        <p:nvSpPr>
          <p:cNvPr id="9" name="Hành động của bên A"/>
          <p:cNvSpPr/>
          <p:nvPr/>
        </p:nvSpPr>
        <p:spPr>
          <a:xfrm>
            <a:off x="420886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Hành động của bên A</a:t>
            </a:r>
          </a:p>
          <a:p>
            <a:pPr algn="l"/>
            <a:endParaRPr lang="en-US"/>
          </a:p>
        </p:txBody>
      </p:sp>
      <p:sp>
        <p:nvSpPr>
          <p:cNvPr id="10" name="Sự kiện xung đột"/>
          <p:cNvSpPr/>
          <p:nvPr/>
        </p:nvSpPr>
        <p:spPr>
          <a:xfrm>
            <a:off x="3797201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 xung đột</a:t>
            </a:r>
          </a:p>
        </p:txBody>
      </p:sp>
      <p:sp>
        <p:nvSpPr>
          <p:cNvPr id="11" name="Bên / Nhóm B"/>
          <p:cNvSpPr/>
          <p:nvPr/>
        </p:nvSpPr>
        <p:spPr>
          <a:xfrm>
            <a:off x="6352431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Bên / Nhóm B</a:t>
            </a:r>
          </a:p>
          <a:p>
            <a:pPr algn="l"/>
            <a:endParaRPr lang="en-US"/>
          </a:p>
        </p:txBody>
      </p:sp>
      <p:sp>
        <p:nvSpPr>
          <p:cNvPr id="12" name="Mục tiêu của bên B"/>
          <p:cNvSpPr/>
          <p:nvPr/>
        </p:nvSpPr>
        <p:spPr>
          <a:xfrm>
            <a:off x="6352431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Mục tiêu của bên B</a:t>
            </a:r>
          </a:p>
          <a:p>
            <a:pPr algn="l"/>
            <a:endParaRPr lang="en-US"/>
          </a:p>
        </p:txBody>
      </p:sp>
      <p:sp>
        <p:nvSpPr>
          <p:cNvPr id="13" name="Hành động của bên B"/>
          <p:cNvSpPr/>
          <p:nvPr/>
        </p:nvSpPr>
        <p:spPr>
          <a:xfrm>
            <a:off x="6352431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Hành động của bên B</a:t>
            </a:r>
          </a:p>
          <a:p>
            <a:pPr algn="l"/>
            <a:endParaRPr lang="en-US"/>
          </a:p>
        </p:txBody>
      </p:sp>
      <p:sp>
        <p:nvSpPr>
          <p:cNvPr id="14" name="Giải quyết"/>
          <p:cNvSpPr/>
          <p:nvPr/>
        </p:nvSpPr>
        <p:spPr>
          <a:xfrm>
            <a:off x="420886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Giải quyết</a:t>
            </a:r>
          </a:p>
          <a:p>
            <a:pPr algn="l"/>
            <a:endParaRPr lang="en-US"/>
          </a:p>
        </p:txBody>
      </p:sp>
      <p:sp>
        <p:nvSpPr>
          <p:cNvPr id="15" name="Kết quả"/>
          <p:cNvSpPr/>
          <p:nvPr/>
        </p:nvSpPr>
        <p:spPr>
          <a:xfrm>
            <a:off x="5074741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冲突图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 方 / 群体"/>
          <p:cNvSpPr/>
          <p:nvPr/>
        </p:nvSpPr>
        <p:spPr>
          <a:xfrm>
            <a:off x="420886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 方 / 群体</a:t>
            </a:r>
          </a:p>
          <a:p>
            <a:pPr algn="l"/>
            <a:endParaRPr lang="en-US"/>
          </a:p>
        </p:txBody>
      </p:sp>
      <p:sp>
        <p:nvSpPr>
          <p:cNvPr id="8" name="A 方的目标"/>
          <p:cNvSpPr/>
          <p:nvPr/>
        </p:nvSpPr>
        <p:spPr>
          <a:xfrm>
            <a:off x="420886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 方的目标</a:t>
            </a:r>
          </a:p>
          <a:p>
            <a:pPr algn="l"/>
            <a:endParaRPr lang="en-US"/>
          </a:p>
        </p:txBody>
      </p:sp>
      <p:sp>
        <p:nvSpPr>
          <p:cNvPr id="9" name="A 方的行动"/>
          <p:cNvSpPr/>
          <p:nvPr/>
        </p:nvSpPr>
        <p:spPr>
          <a:xfrm>
            <a:off x="420886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 方的行动</a:t>
            </a:r>
          </a:p>
          <a:p>
            <a:pPr algn="l"/>
            <a:endParaRPr lang="en-US"/>
          </a:p>
        </p:txBody>
      </p:sp>
      <p:sp>
        <p:nvSpPr>
          <p:cNvPr id="10" name="冲突事件"/>
          <p:cNvSpPr/>
          <p:nvPr/>
        </p:nvSpPr>
        <p:spPr>
          <a:xfrm>
            <a:off x="3797201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冲突事件</a:t>
            </a:r>
          </a:p>
        </p:txBody>
      </p:sp>
      <p:sp>
        <p:nvSpPr>
          <p:cNvPr id="11" name="B 方 / 群体"/>
          <p:cNvSpPr/>
          <p:nvPr/>
        </p:nvSpPr>
        <p:spPr>
          <a:xfrm>
            <a:off x="6352431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 方 / 群体</a:t>
            </a:r>
          </a:p>
          <a:p>
            <a:pPr algn="l"/>
            <a:endParaRPr lang="en-US"/>
          </a:p>
        </p:txBody>
      </p:sp>
      <p:sp>
        <p:nvSpPr>
          <p:cNvPr id="12" name="B 方的目标"/>
          <p:cNvSpPr/>
          <p:nvPr/>
        </p:nvSpPr>
        <p:spPr>
          <a:xfrm>
            <a:off x="6352431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 方的目标</a:t>
            </a:r>
          </a:p>
          <a:p>
            <a:pPr algn="l"/>
            <a:endParaRPr lang="en-US"/>
          </a:p>
        </p:txBody>
      </p:sp>
      <p:sp>
        <p:nvSpPr>
          <p:cNvPr id="13" name="B 方的行动"/>
          <p:cNvSpPr/>
          <p:nvPr/>
        </p:nvSpPr>
        <p:spPr>
          <a:xfrm>
            <a:off x="6352431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 方的行动</a:t>
            </a:r>
          </a:p>
          <a:p>
            <a:pPr algn="l"/>
            <a:endParaRPr lang="en-US"/>
          </a:p>
        </p:txBody>
      </p:sp>
      <p:sp>
        <p:nvSpPr>
          <p:cNvPr id="14" name="解决方式"/>
          <p:cNvSpPr/>
          <p:nvPr/>
        </p:nvSpPr>
        <p:spPr>
          <a:xfrm>
            <a:off x="420886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解决方式</a:t>
            </a:r>
          </a:p>
          <a:p>
            <a:pPr algn="l"/>
            <a:endParaRPr lang="en-US"/>
          </a:p>
        </p:txBody>
      </p:sp>
      <p:sp>
        <p:nvSpPr>
          <p:cNvPr id="15" name="结果"/>
          <p:cNvSpPr/>
          <p:nvPr/>
        </p:nvSpPr>
        <p:spPr>
          <a:xfrm>
            <a:off x="5074741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9925"/>
            <a:ext cx="2204704" cy="4072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संघर्ष मानचित्र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पक्ष / समूह A"/>
          <p:cNvSpPr/>
          <p:nvPr/>
        </p:nvSpPr>
        <p:spPr>
          <a:xfrm>
            <a:off x="420886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/ समूह A</a:t>
            </a:r>
          </a:p>
          <a:p>
            <a:pPr algn="l"/>
            <a:endParaRPr lang="en-US"/>
          </a:p>
        </p:txBody>
      </p:sp>
      <p:sp>
        <p:nvSpPr>
          <p:cNvPr id="8" name="पक्ष A का लक्ष्य"/>
          <p:cNvSpPr/>
          <p:nvPr/>
        </p:nvSpPr>
        <p:spPr>
          <a:xfrm>
            <a:off x="420886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A का लक्ष्य</a:t>
            </a:r>
          </a:p>
          <a:p>
            <a:pPr algn="l"/>
            <a:endParaRPr lang="en-US"/>
          </a:p>
        </p:txBody>
      </p:sp>
      <p:sp>
        <p:nvSpPr>
          <p:cNvPr id="9" name="पक्ष A की कार्रवाई"/>
          <p:cNvSpPr/>
          <p:nvPr/>
        </p:nvSpPr>
        <p:spPr>
          <a:xfrm>
            <a:off x="420886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A की कार्रवाई</a:t>
            </a:r>
          </a:p>
          <a:p>
            <a:pPr algn="l"/>
            <a:endParaRPr lang="en-US"/>
          </a:p>
        </p:txBody>
      </p:sp>
      <p:sp>
        <p:nvSpPr>
          <p:cNvPr id="10" name="संघर्ष की घटना"/>
          <p:cNvSpPr/>
          <p:nvPr/>
        </p:nvSpPr>
        <p:spPr>
          <a:xfrm>
            <a:off x="3797201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संघर्ष की घटना</a:t>
            </a:r>
          </a:p>
        </p:txBody>
      </p:sp>
      <p:sp>
        <p:nvSpPr>
          <p:cNvPr id="11" name="पक्ष / समूह B"/>
          <p:cNvSpPr/>
          <p:nvPr/>
        </p:nvSpPr>
        <p:spPr>
          <a:xfrm>
            <a:off x="6352431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/ समूह B</a:t>
            </a:r>
          </a:p>
          <a:p>
            <a:pPr algn="l"/>
            <a:endParaRPr lang="en-US"/>
          </a:p>
        </p:txBody>
      </p:sp>
      <p:sp>
        <p:nvSpPr>
          <p:cNvPr id="12" name="पक्ष B का लक्ष्य"/>
          <p:cNvSpPr/>
          <p:nvPr/>
        </p:nvSpPr>
        <p:spPr>
          <a:xfrm>
            <a:off x="6352431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B का लक्ष्य</a:t>
            </a:r>
          </a:p>
          <a:p>
            <a:pPr algn="l"/>
            <a:endParaRPr lang="en-US"/>
          </a:p>
        </p:txBody>
      </p:sp>
      <p:sp>
        <p:nvSpPr>
          <p:cNvPr id="13" name="पक्ष B की कार्रवाई"/>
          <p:cNvSpPr/>
          <p:nvPr/>
        </p:nvSpPr>
        <p:spPr>
          <a:xfrm>
            <a:off x="6352431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B की कार्रवाई</a:t>
            </a:r>
          </a:p>
          <a:p>
            <a:pPr algn="l"/>
            <a:endParaRPr lang="en-US"/>
          </a:p>
        </p:txBody>
      </p:sp>
      <p:sp>
        <p:nvSpPr>
          <p:cNvPr id="14" name="समाधान"/>
          <p:cNvSpPr/>
          <p:nvPr/>
        </p:nvSpPr>
        <p:spPr>
          <a:xfrm>
            <a:off x="420886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समाधान</a:t>
            </a:r>
          </a:p>
          <a:p>
            <a:pPr algn="l"/>
            <a:endParaRPr lang="en-US"/>
          </a:p>
        </p:txBody>
      </p:sp>
      <p:sp>
        <p:nvSpPr>
          <p:cNvPr id="15" name="परिणाम"/>
          <p:cNvSpPr/>
          <p:nvPr/>
        </p:nvSpPr>
        <p:spPr>
          <a:xfrm>
            <a:off x="5074741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خريطة الصراع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طرف / المجموعة أ"/>
          <p:cNvSpPr/>
          <p:nvPr/>
        </p:nvSpPr>
        <p:spPr>
          <a:xfrm>
            <a:off x="6352580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الطرف / المجموعة أ</a:t>
            </a:r>
          </a:p>
          <a:p>
            <a:pPr algn="l" rtl="1"/>
            <a:endParaRPr lang="en-US"/>
          </a:p>
        </p:txBody>
      </p:sp>
      <p:sp>
        <p:nvSpPr>
          <p:cNvPr id="8" name="هدف الطرف أ"/>
          <p:cNvSpPr/>
          <p:nvPr/>
        </p:nvSpPr>
        <p:spPr>
          <a:xfrm>
            <a:off x="6352580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هدف الطرف أ</a:t>
            </a:r>
          </a:p>
          <a:p>
            <a:pPr algn="l" rtl="1"/>
            <a:endParaRPr lang="en-US"/>
          </a:p>
        </p:txBody>
      </p:sp>
      <p:sp>
        <p:nvSpPr>
          <p:cNvPr id="9" name="إجراء الطرف أ"/>
          <p:cNvSpPr/>
          <p:nvPr/>
        </p:nvSpPr>
        <p:spPr>
          <a:xfrm>
            <a:off x="6352580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إجراء الطرف أ</a:t>
            </a:r>
          </a:p>
          <a:p>
            <a:pPr algn="l" rtl="1"/>
            <a:endParaRPr lang="en-US"/>
          </a:p>
        </p:txBody>
      </p:sp>
      <p:sp>
        <p:nvSpPr>
          <p:cNvPr id="10" name="حدث الصراع"/>
          <p:cNvSpPr/>
          <p:nvPr/>
        </p:nvSpPr>
        <p:spPr>
          <a:xfrm>
            <a:off x="3797350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حدث الصراع</a:t>
            </a:r>
          </a:p>
        </p:txBody>
      </p:sp>
      <p:sp>
        <p:nvSpPr>
          <p:cNvPr id="11" name="الطرف / المجموعة ب"/>
          <p:cNvSpPr/>
          <p:nvPr/>
        </p:nvSpPr>
        <p:spPr>
          <a:xfrm>
            <a:off x="421035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الطرف / المجموعة ب</a:t>
            </a:r>
          </a:p>
          <a:p>
            <a:pPr algn="l" rtl="1"/>
            <a:endParaRPr lang="en-US"/>
          </a:p>
        </p:txBody>
      </p:sp>
      <p:sp>
        <p:nvSpPr>
          <p:cNvPr id="12" name="هدف الطرف ب"/>
          <p:cNvSpPr/>
          <p:nvPr/>
        </p:nvSpPr>
        <p:spPr>
          <a:xfrm>
            <a:off x="421035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هدف الطرف ب</a:t>
            </a:r>
          </a:p>
          <a:p>
            <a:pPr algn="l" rtl="1"/>
            <a:endParaRPr lang="en-US"/>
          </a:p>
        </p:txBody>
      </p:sp>
      <p:sp>
        <p:nvSpPr>
          <p:cNvPr id="13" name="إجراء الطرف ب"/>
          <p:cNvSpPr/>
          <p:nvPr/>
        </p:nvSpPr>
        <p:spPr>
          <a:xfrm>
            <a:off x="421035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إجراء الطرف ب</a:t>
            </a:r>
          </a:p>
          <a:p>
            <a:pPr algn="l" rtl="1"/>
            <a:endParaRPr lang="en-US"/>
          </a:p>
        </p:txBody>
      </p:sp>
      <p:sp>
        <p:nvSpPr>
          <p:cNvPr id="14" name="التسوية / الحل"/>
          <p:cNvSpPr/>
          <p:nvPr/>
        </p:nvSpPr>
        <p:spPr>
          <a:xfrm>
            <a:off x="5075039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التسوية / الحل</a:t>
            </a:r>
          </a:p>
          <a:p>
            <a:pPr algn="l" rtl="1"/>
            <a:endParaRPr lang="en-US"/>
          </a:p>
        </p:txBody>
      </p:sp>
      <p:sp>
        <p:nvSpPr>
          <p:cNvPr id="15" name="النتيجة"/>
          <p:cNvSpPr/>
          <p:nvPr/>
        </p:nvSpPr>
        <p:spPr>
          <a:xfrm>
            <a:off x="421035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النتيجة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تنازع کا نقشہ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فریق / گروہ A"/>
          <p:cNvSpPr/>
          <p:nvPr/>
        </p:nvSpPr>
        <p:spPr>
          <a:xfrm>
            <a:off x="6352580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/ گروہ A</a:t>
            </a:r>
          </a:p>
          <a:p>
            <a:pPr algn="l" rtl="1"/>
            <a:endParaRPr lang="en-US"/>
          </a:p>
        </p:txBody>
      </p:sp>
      <p:sp>
        <p:nvSpPr>
          <p:cNvPr id="8" name="فریق الف کا مقصد"/>
          <p:cNvSpPr/>
          <p:nvPr/>
        </p:nvSpPr>
        <p:spPr>
          <a:xfrm>
            <a:off x="6352580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الف کا مقصد</a:t>
            </a:r>
          </a:p>
          <a:p>
            <a:pPr algn="l" rtl="1"/>
            <a:endParaRPr lang="en-US"/>
          </a:p>
        </p:txBody>
      </p:sp>
      <p:sp>
        <p:nvSpPr>
          <p:cNvPr id="9" name="فریق الف کی کارروائی"/>
          <p:cNvSpPr/>
          <p:nvPr/>
        </p:nvSpPr>
        <p:spPr>
          <a:xfrm>
            <a:off x="6352580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الف کی کارروائی</a:t>
            </a:r>
          </a:p>
          <a:p>
            <a:pPr algn="l" rtl="1"/>
            <a:endParaRPr lang="en-US"/>
          </a:p>
        </p:txBody>
      </p:sp>
      <p:sp>
        <p:nvSpPr>
          <p:cNvPr id="10" name="تنازع کا واقعہ"/>
          <p:cNvSpPr/>
          <p:nvPr/>
        </p:nvSpPr>
        <p:spPr>
          <a:xfrm>
            <a:off x="3797350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تنازع کا واقعہ</a:t>
            </a:r>
          </a:p>
        </p:txBody>
      </p:sp>
      <p:sp>
        <p:nvSpPr>
          <p:cNvPr id="11" name="فریق / گروہ B"/>
          <p:cNvSpPr/>
          <p:nvPr/>
        </p:nvSpPr>
        <p:spPr>
          <a:xfrm>
            <a:off x="421035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/ گروہ B</a:t>
            </a:r>
          </a:p>
          <a:p>
            <a:pPr algn="l" rtl="1"/>
            <a:endParaRPr lang="en-US"/>
          </a:p>
        </p:txBody>
      </p:sp>
      <p:sp>
        <p:nvSpPr>
          <p:cNvPr id="12" name="فریق ب کا مقصد"/>
          <p:cNvSpPr/>
          <p:nvPr/>
        </p:nvSpPr>
        <p:spPr>
          <a:xfrm>
            <a:off x="421035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ب کا مقصد</a:t>
            </a:r>
          </a:p>
          <a:p>
            <a:pPr algn="l" rtl="1"/>
            <a:endParaRPr lang="en-US"/>
          </a:p>
        </p:txBody>
      </p:sp>
      <p:sp>
        <p:nvSpPr>
          <p:cNvPr id="13" name="فریق ب کی کارروائی"/>
          <p:cNvSpPr/>
          <p:nvPr/>
        </p:nvSpPr>
        <p:spPr>
          <a:xfrm>
            <a:off x="421035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ب کی کارروائی</a:t>
            </a:r>
          </a:p>
          <a:p>
            <a:pPr algn="l" rtl="1"/>
            <a:endParaRPr lang="en-US"/>
          </a:p>
        </p:txBody>
      </p:sp>
      <p:sp>
        <p:nvSpPr>
          <p:cNvPr id="14" name="حل"/>
          <p:cNvSpPr/>
          <p:nvPr/>
        </p:nvSpPr>
        <p:spPr>
          <a:xfrm>
            <a:off x="5075039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حل</a:t>
            </a:r>
          </a:p>
          <a:p>
            <a:pPr algn="l" rtl="1"/>
            <a:endParaRPr lang="en-US"/>
          </a:p>
        </p:txBody>
      </p:sp>
      <p:sp>
        <p:nvSpPr>
          <p:cNvPr id="15" name="نتیجہ"/>
          <p:cNvSpPr/>
          <p:nvPr/>
        </p:nvSpPr>
        <p:spPr>
          <a:xfrm>
            <a:off x="421035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نتیجہ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CC-BY-NC TCEA.org by Miguel Guhlin (mguhlin.org)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Conflict Map — 7 languages</dc:title>
  <dc:creator>TCEA / Miguel Guhlin</dc:creator>
  <cp:lastModifiedBy>TCEA</cp:lastModifiedBy>
</cp:coreProperties>
</file>