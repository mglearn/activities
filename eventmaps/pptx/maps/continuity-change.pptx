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Continuity and Change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During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During</a:t>
            </a:r>
          </a:p>
          <a:p>
            <a:pPr algn="l"/>
            <a:endParaRPr lang="en-US"/>
          </a:p>
        </p:txBody>
      </p:sp>
      <p:sp>
        <p:nvSpPr>
          <p:cNvPr id="9" name="After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</a:p>
          <a:p>
            <a:pPr algn="l"/>
            <a:endParaRPr lang="en-US"/>
          </a:p>
        </p:txBody>
      </p:sp>
      <p:sp>
        <p:nvSpPr>
          <p:cNvPr id="10" name="Changed Significantly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Changed Significantly</a:t>
            </a:r>
          </a:p>
          <a:p>
            <a:pPr algn="l"/>
            <a:endParaRPr lang="en-US"/>
          </a:p>
        </p:txBody>
      </p:sp>
      <p:sp>
        <p:nvSpPr>
          <p:cNvPr id="11" name="Changed Gradually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Changed Gradually</a:t>
            </a:r>
          </a:p>
          <a:p>
            <a:pPr algn="l"/>
            <a:endParaRPr lang="en-US"/>
          </a:p>
        </p:txBody>
      </p:sp>
      <p:sp>
        <p:nvSpPr>
          <p:cNvPr id="12" name="What stayed the same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stayed the same?</a:t>
            </a:r>
          </a:p>
          <a:p>
            <a:pPr algn="l"/>
            <a:endParaRPr lang="en-US"/>
          </a:p>
        </p:txBody>
      </p:sp>
      <p:sp>
        <p:nvSpPr>
          <p:cNvPr id="13" name="Why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Why?</a:t>
            </a:r>
          </a:p>
          <a:p>
            <a:pPr algn="l"/>
            <a:endParaRPr lang="en-US"/>
          </a:p>
        </p:txBody>
      </p:sp>
      <p:sp>
        <p:nvSpPr>
          <p:cNvPr id="14" name="Your Judgment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Your Judgment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Continuidad y cambio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Durante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Durante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Cambió mucho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mucho</a:t>
            </a:r>
          </a:p>
          <a:p>
            <a:pPr algn="l"/>
            <a:endParaRPr lang="en-US"/>
          </a:p>
        </p:txBody>
      </p:sp>
      <p:sp>
        <p:nvSpPr>
          <p:cNvPr id="11" name="Cambió gradualmente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gradualmente</a:t>
            </a:r>
          </a:p>
          <a:p>
            <a:pPr algn="l"/>
            <a:endParaRPr lang="en-US"/>
          </a:p>
        </p:txBody>
      </p:sp>
      <p:sp>
        <p:nvSpPr>
          <p:cNvPr id="12" name="¿Qué permaneció igual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3" name="¿Por qué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qué?</a:t>
            </a:r>
          </a:p>
          <a:p>
            <a:pPr algn="l"/>
            <a:endParaRPr lang="en-US"/>
          </a:p>
        </p:txBody>
      </p:sp>
      <p:sp>
        <p:nvSpPr>
          <p:cNvPr id="14" name="Tu juicio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 juicio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Liên tục và thay đổi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Trong thời kỳ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Trong thời kỳ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Thay đổi lớn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lớn</a:t>
            </a:r>
          </a:p>
          <a:p>
            <a:pPr algn="l"/>
            <a:endParaRPr lang="en-US"/>
          </a:p>
        </p:txBody>
      </p:sp>
      <p:sp>
        <p:nvSpPr>
          <p:cNvPr id="11" name="Thay đổi dần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dần</a:t>
            </a:r>
          </a:p>
          <a:p>
            <a:pPr algn="l"/>
            <a:endParaRPr lang="en-US"/>
          </a:p>
        </p:txBody>
      </p:sp>
      <p:sp>
        <p:nvSpPr>
          <p:cNvPr id="12" name="Điều gì vẫn như cũ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3" name="Vì sao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sao?</a:t>
            </a:r>
          </a:p>
          <a:p>
            <a:pPr algn="l"/>
            <a:endParaRPr lang="en-US"/>
          </a:p>
        </p:txBody>
      </p:sp>
      <p:sp>
        <p:nvSpPr>
          <p:cNvPr id="14" name="Nhận định của bạn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Nhận định của bạn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延续与变化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期间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期间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重大变化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重大变化</a:t>
            </a:r>
          </a:p>
          <a:p>
            <a:pPr algn="l"/>
            <a:endParaRPr lang="en-US"/>
          </a:p>
        </p:txBody>
      </p:sp>
      <p:sp>
        <p:nvSpPr>
          <p:cNvPr id="11" name="逐渐变化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逐渐变化</a:t>
            </a:r>
          </a:p>
          <a:p>
            <a:pPr algn="l"/>
            <a:endParaRPr lang="en-US"/>
          </a:p>
        </p:txBody>
      </p:sp>
      <p:sp>
        <p:nvSpPr>
          <p:cNvPr id="12" name="什么保持不变？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3" name="为什么？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为什么？</a:t>
            </a:r>
          </a:p>
          <a:p>
            <a:pPr algn="l"/>
            <a:endParaRPr lang="en-US"/>
          </a:p>
        </p:txBody>
      </p:sp>
      <p:sp>
        <p:nvSpPr>
          <p:cNvPr id="14" name="你的判断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你的判断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निरंतरता और परिवर्तन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दौरान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दौरान</a:t>
            </a:r>
          </a:p>
          <a:p>
            <a:pPr algn="l"/>
            <a:endParaRPr lang="en-US"/>
          </a:p>
        </p:txBody>
      </p:sp>
      <p:sp>
        <p:nvSpPr>
          <p:cNvPr id="9" name="बाद में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में</a:t>
            </a:r>
          </a:p>
          <a:p>
            <a:pPr algn="l"/>
            <a:endParaRPr lang="en-US"/>
          </a:p>
        </p:txBody>
      </p:sp>
      <p:sp>
        <p:nvSpPr>
          <p:cNvPr id="10" name="बहुत बदला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बहुत बदला</a:t>
            </a:r>
          </a:p>
          <a:p>
            <a:pPr algn="l"/>
            <a:endParaRPr lang="en-US"/>
          </a:p>
        </p:txBody>
      </p:sp>
      <p:sp>
        <p:nvSpPr>
          <p:cNvPr id="11" name="धीरे-धीरे बदला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धीरे-धीरे बदला</a:t>
            </a:r>
          </a:p>
          <a:p>
            <a:pPr algn="l"/>
            <a:endParaRPr lang="en-US"/>
          </a:p>
        </p:txBody>
      </p:sp>
      <p:sp>
        <p:nvSpPr>
          <p:cNvPr id="12" name="क्या समान रहा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समान रहा?</a:t>
            </a:r>
          </a:p>
          <a:p>
            <a:pPr algn="l"/>
            <a:endParaRPr lang="en-US"/>
          </a:p>
        </p:txBody>
      </p:sp>
      <p:sp>
        <p:nvSpPr>
          <p:cNvPr id="13" name="क्यों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क्यों?</a:t>
            </a:r>
          </a:p>
          <a:p>
            <a:pPr algn="l"/>
            <a:endParaRPr lang="en-US"/>
          </a:p>
        </p:txBody>
      </p:sp>
      <p:sp>
        <p:nvSpPr>
          <p:cNvPr id="14" name="आपका निर्णय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आपका निर्णय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الاستمرارية والتغيير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أثناء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أثناء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تغيّر كثيرًا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كثيرًا</a:t>
            </a:r>
          </a:p>
          <a:p>
            <a:pPr algn="l" rtl="1"/>
            <a:endParaRPr lang="en-US"/>
          </a:p>
        </p:txBody>
      </p:sp>
      <p:sp>
        <p:nvSpPr>
          <p:cNvPr id="11" name="تغيّر تدريجيًا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تدريجيًا</a:t>
            </a:r>
          </a:p>
          <a:p>
            <a:pPr algn="l" rtl="1"/>
            <a:endParaRPr lang="en-US"/>
          </a:p>
        </p:txBody>
      </p:sp>
      <p:sp>
        <p:nvSpPr>
          <p:cNvPr id="12" name="ما الذي بقي كما هو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3" name="لماذا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لماذا؟</a:t>
            </a:r>
          </a:p>
          <a:p>
            <a:pPr algn="l" rtl="1"/>
            <a:endParaRPr lang="en-US"/>
          </a:p>
        </p:txBody>
      </p:sp>
      <p:sp>
        <p:nvSpPr>
          <p:cNvPr id="14" name="حكمك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حكمك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تسلسل اور تبدیلی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دوران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دوران</a:t>
            </a:r>
          </a:p>
          <a:p>
            <a:pPr algn="l" rtl="1"/>
            <a:endParaRPr lang="en-US"/>
          </a:p>
        </p:txBody>
      </p:sp>
      <p:sp>
        <p:nvSpPr>
          <p:cNvPr id="9" name="بعد میں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میں</a:t>
            </a:r>
          </a:p>
          <a:p>
            <a:pPr algn="l" rtl="1"/>
            <a:endParaRPr lang="en-US"/>
          </a:p>
        </p:txBody>
      </p:sp>
      <p:sp>
        <p:nvSpPr>
          <p:cNvPr id="10" name="نمایاں تبدیلی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نمایاں تبدیلی</a:t>
            </a:r>
          </a:p>
          <a:p>
            <a:pPr algn="l" rtl="1"/>
            <a:endParaRPr lang="en-US"/>
          </a:p>
        </p:txBody>
      </p:sp>
      <p:sp>
        <p:nvSpPr>
          <p:cNvPr id="11" name="تدریجی تبدیلی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تدریجی تبدیلی</a:t>
            </a:r>
          </a:p>
          <a:p>
            <a:pPr algn="l" rtl="1"/>
            <a:endParaRPr lang="en-US"/>
          </a:p>
        </p:txBody>
      </p:sp>
      <p:sp>
        <p:nvSpPr>
          <p:cNvPr id="12" name="کیا ویسا ہی رہا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ویسا ہی رہا؟</a:t>
            </a:r>
          </a:p>
          <a:p>
            <a:pPr algn="l" rtl="1"/>
            <a:endParaRPr lang="en-US"/>
          </a:p>
        </p:txBody>
      </p:sp>
      <p:sp>
        <p:nvSpPr>
          <p:cNvPr id="13" name="کیوں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کیوں؟</a:t>
            </a:r>
          </a:p>
          <a:p>
            <a:pPr algn="l" rtl="1"/>
            <a:endParaRPr lang="en-US"/>
          </a:p>
        </p:txBody>
      </p:sp>
      <p:sp>
        <p:nvSpPr>
          <p:cNvPr id="14" name="آپ کا فیصلہ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کا فیصلہ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Continuity and Change — 7 languages</dc:title>
  <dc:creator>TCEA / Miguel Guhlin</dc:creator>
  <cp:lastModifiedBy>TCEA</cp:lastModifiedBy>
</cp:coreProperties>
</file>