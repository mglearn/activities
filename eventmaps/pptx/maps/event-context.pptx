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Context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istorical Context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Historical Context</a:t>
            </a:r>
          </a:p>
          <a:p>
            <a:pPr algn="l"/>
            <a:endParaRPr lang="en-US"/>
          </a:p>
        </p:txBody>
      </p:sp>
      <p:sp>
        <p:nvSpPr>
          <p:cNvPr id="8" name="Long-Term Causes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Causes</a:t>
            </a:r>
          </a:p>
          <a:p>
            <a:pPr algn="l"/>
            <a:endParaRPr lang="en-US"/>
          </a:p>
        </p:txBody>
      </p:sp>
      <p:sp>
        <p:nvSpPr>
          <p:cNvPr id="9" name="Immediate Cause / Trigger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Cause / Trigger</a:t>
            </a:r>
          </a:p>
          <a:p>
            <a:pPr algn="l"/>
            <a:endParaRPr lang="en-US"/>
          </a:p>
        </p:txBody>
      </p:sp>
      <p:sp>
        <p:nvSpPr>
          <p:cNvPr id="10" name="Key People / Groups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1" name="What happened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happened?</a:t>
            </a:r>
          </a:p>
          <a:p>
            <a:pPr algn="l"/>
            <a:endParaRPr lang="en-US"/>
          </a:p>
        </p:txBody>
      </p:sp>
      <p:sp>
        <p:nvSpPr>
          <p:cNvPr id="12" name="The Event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Immediate Outcome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Outcome</a:t>
            </a:r>
          </a:p>
          <a:p>
            <a:pPr algn="l"/>
            <a:endParaRPr lang="en-US"/>
          </a:p>
        </p:txBody>
      </p:sp>
      <p:sp>
        <p:nvSpPr>
          <p:cNvPr id="14" name="Long-Term Outcome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Outcome</a:t>
            </a:r>
          </a:p>
          <a:p>
            <a:pPr algn="l"/>
            <a:endParaRPr lang="en-US"/>
          </a:p>
        </p:txBody>
      </p:sp>
      <p:sp>
        <p:nvSpPr>
          <p:cNvPr id="15" name="Historical Significance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contexto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ontexto histórico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Contexto histórico</a:t>
            </a:r>
          </a:p>
          <a:p>
            <a:pPr algn="l"/>
            <a:endParaRPr lang="en-US"/>
          </a:p>
        </p:txBody>
      </p:sp>
      <p:sp>
        <p:nvSpPr>
          <p:cNvPr id="8" name="Causas a largo plazo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9" name="Causa inmediata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inmediata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¿Qué pasó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pasó?</a:t>
            </a:r>
          </a:p>
          <a:p>
            <a:pPr algn="l"/>
            <a:endParaRPr lang="en-US"/>
          </a:p>
        </p:txBody>
      </p:sp>
      <p:sp>
        <p:nvSpPr>
          <p:cNvPr id="12" name="El evento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Resultado inmediato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inmediato</a:t>
            </a:r>
          </a:p>
          <a:p>
            <a:pPr algn="l"/>
            <a:endParaRPr lang="en-US"/>
          </a:p>
        </p:txBody>
      </p:sp>
      <p:sp>
        <p:nvSpPr>
          <p:cNvPr id="14" name="Resultado a largo plazo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a largo plazo</a:t>
            </a:r>
          </a:p>
          <a:p>
            <a:pPr algn="l"/>
            <a:endParaRPr lang="en-US"/>
          </a:p>
        </p:txBody>
      </p:sp>
      <p:sp>
        <p:nvSpPr>
          <p:cNvPr id="15" name="Importancia histórica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bối cảnh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ối cảnh lịch s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Bối cảnh lịch sử</a:t>
            </a:r>
          </a:p>
          <a:p>
            <a:pPr algn="l"/>
            <a:endParaRPr lang="en-US"/>
          </a:p>
        </p:txBody>
      </p:sp>
      <p:sp>
        <p:nvSpPr>
          <p:cNvPr id="8" name="Nguyên nhân dài hạn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9" name="Nguyên nhân trực tiếp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trực tiếp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ều gì đã xảy ra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đã xảy ra?</a:t>
            </a:r>
          </a:p>
          <a:p>
            <a:pPr algn="l"/>
            <a:endParaRPr lang="en-US"/>
          </a:p>
        </p:txBody>
      </p:sp>
      <p:sp>
        <p:nvSpPr>
          <p:cNvPr id="12" name="Sự kiện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Kết quả trước mắt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trước mắt</a:t>
            </a:r>
          </a:p>
          <a:p>
            <a:pPr algn="l"/>
            <a:endParaRPr lang="en-US"/>
          </a:p>
        </p:txBody>
      </p:sp>
      <p:sp>
        <p:nvSpPr>
          <p:cNvPr id="14" name="Kết quả lâu dài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lâu dài</a:t>
            </a:r>
          </a:p>
          <a:p>
            <a:pPr algn="l"/>
            <a:endParaRPr lang="en-US"/>
          </a:p>
        </p:txBody>
      </p:sp>
      <p:sp>
        <p:nvSpPr>
          <p:cNvPr id="15" name="Ý nghĩa lịch sử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事件背景图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背景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历史背景</a:t>
            </a:r>
          </a:p>
          <a:p>
            <a:pPr algn="l"/>
            <a:endParaRPr lang="en-US"/>
          </a:p>
        </p:txBody>
      </p:sp>
      <p:sp>
        <p:nvSpPr>
          <p:cNvPr id="8" name="长期原因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9" name="直接原因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直接原因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发生了什么？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发生了什么？</a:t>
            </a:r>
          </a:p>
          <a:p>
            <a:pPr algn="l"/>
            <a:endParaRPr lang="en-US"/>
          </a:p>
        </p:txBody>
      </p:sp>
      <p:sp>
        <p:nvSpPr>
          <p:cNvPr id="12" name="事件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直接结果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直接结果</a:t>
            </a:r>
          </a:p>
          <a:p>
            <a:pPr algn="l"/>
            <a:endParaRPr lang="en-US"/>
          </a:p>
        </p:txBody>
      </p:sp>
      <p:sp>
        <p:nvSpPr>
          <p:cNvPr id="14" name="长期结果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长期结果</a:t>
            </a:r>
          </a:p>
          <a:p>
            <a:pPr algn="l"/>
            <a:endParaRPr lang="en-US"/>
          </a:p>
        </p:txBody>
      </p:sp>
      <p:sp>
        <p:nvSpPr>
          <p:cNvPr id="15" name="历史意义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संदर्भ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संदर्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संदर्भ</a:t>
            </a:r>
          </a:p>
          <a:p>
            <a:pPr algn="l"/>
            <a:endParaRPr lang="en-US"/>
          </a:p>
        </p:txBody>
      </p:sp>
      <p:sp>
        <p:nvSpPr>
          <p:cNvPr id="8" name="दीर्घकालिक कारण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9" name="तत्काल कारण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कारण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क्या हुआ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हुआ?</a:t>
            </a:r>
          </a:p>
          <a:p>
            <a:pPr algn="l"/>
            <a:endParaRPr lang="en-US"/>
          </a:p>
        </p:txBody>
      </p:sp>
      <p:sp>
        <p:nvSpPr>
          <p:cNvPr id="12" name="घटना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तत्काल परिणाम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परिणाम</a:t>
            </a:r>
          </a:p>
          <a:p>
            <a:pPr algn="l"/>
            <a:endParaRPr lang="en-US"/>
          </a:p>
        </p:txBody>
      </p:sp>
      <p:sp>
        <p:nvSpPr>
          <p:cNvPr id="14" name="दीर्घकालिक परिणाम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परिणाम</a:t>
            </a:r>
          </a:p>
          <a:p>
            <a:pPr algn="l"/>
            <a:endParaRPr lang="en-US"/>
          </a:p>
        </p:txBody>
      </p:sp>
      <p:sp>
        <p:nvSpPr>
          <p:cNvPr id="15" name="ऐतिहासिक महत्व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سياق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ياق التاريخي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السياق التاريخي</a:t>
            </a:r>
          </a:p>
          <a:p>
            <a:pPr algn="l" rtl="1"/>
            <a:endParaRPr lang="en-US"/>
          </a:p>
        </p:txBody>
      </p:sp>
      <p:sp>
        <p:nvSpPr>
          <p:cNvPr id="8" name="أسباب طويلة المدى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9" name="السبب المباشر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ماذا حدث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حدث؟</a:t>
            </a:r>
          </a:p>
          <a:p>
            <a:pPr algn="l" rtl="1"/>
            <a:endParaRPr lang="en-US"/>
          </a:p>
        </p:txBody>
      </p:sp>
      <p:sp>
        <p:nvSpPr>
          <p:cNvPr id="12" name="الحدث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نتيجة فوري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فورية</a:t>
            </a:r>
          </a:p>
          <a:p>
            <a:pPr algn="l" rtl="1"/>
            <a:endParaRPr lang="en-US"/>
          </a:p>
        </p:txBody>
      </p:sp>
      <p:sp>
        <p:nvSpPr>
          <p:cNvPr id="14" name="نتيجة طويلة المدى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طويلة المدى</a:t>
            </a:r>
          </a:p>
          <a:p>
            <a:pPr algn="l" rtl="1"/>
            <a:endParaRPr lang="en-US"/>
          </a:p>
        </p:txBody>
      </p:sp>
      <p:sp>
        <p:nvSpPr>
          <p:cNvPr id="15" name="الأهمية التاريخية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سیاق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اریخی پس منظر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پس منظر</a:t>
            </a:r>
          </a:p>
          <a:p>
            <a:pPr algn="l" rtl="1"/>
            <a:endParaRPr lang="en-US"/>
          </a:p>
        </p:txBody>
      </p:sp>
      <p:sp>
        <p:nvSpPr>
          <p:cNvPr id="8" name="طویل مدتی وجوہات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وجوہات</a:t>
            </a:r>
          </a:p>
          <a:p>
            <a:pPr algn="l" rtl="1"/>
            <a:endParaRPr lang="en-US"/>
          </a:p>
        </p:txBody>
      </p:sp>
      <p:sp>
        <p:nvSpPr>
          <p:cNvPr id="9" name="فوری وجہ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وجہ</a:t>
            </a:r>
          </a:p>
          <a:p>
            <a:pPr algn="l" rtl="1"/>
            <a:endParaRPr lang="en-US"/>
          </a:p>
        </p:txBody>
      </p:sp>
      <p:sp>
        <p:nvSpPr>
          <p:cNvPr id="10" name="اہم لوگ / گروہ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لوگ / گروہ</a:t>
            </a:r>
          </a:p>
          <a:p>
            <a:pPr algn="l" rtl="1"/>
            <a:endParaRPr lang="en-US"/>
          </a:p>
        </p:txBody>
      </p:sp>
      <p:sp>
        <p:nvSpPr>
          <p:cNvPr id="11" name="کیا ہوا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ہوا؟</a:t>
            </a:r>
          </a:p>
          <a:p>
            <a:pPr algn="l" rtl="1"/>
            <a:endParaRPr lang="en-US"/>
          </a:p>
        </p:txBody>
      </p:sp>
      <p:sp>
        <p:nvSpPr>
          <p:cNvPr id="12" name="واقعہ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فوری نتیج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نتیجہ</a:t>
            </a:r>
          </a:p>
          <a:p>
            <a:pPr algn="l" rtl="1"/>
            <a:endParaRPr lang="en-US"/>
          </a:p>
        </p:txBody>
      </p:sp>
      <p:sp>
        <p:nvSpPr>
          <p:cNvPr id="14" name="طویل مدتی نتیجہ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نتیجہ</a:t>
            </a:r>
          </a:p>
          <a:p>
            <a:pPr algn="l" rtl="1"/>
            <a:endParaRPr lang="en-US"/>
          </a:p>
        </p:txBody>
      </p:sp>
      <p:sp>
        <p:nvSpPr>
          <p:cNvPr id="15" name="تاریخی اہمیت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تاریخی اہمیت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Context Map — 7 languages</dc:title>
  <dc:creator>TCEA / Miguel Guhlin</dc:creator>
  <cp:lastModifiedBy>TCEA</cp:lastModifiedBy>
</cp:coreProperties>
</file>