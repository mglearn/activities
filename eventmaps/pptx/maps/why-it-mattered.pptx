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Why It Mattered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The Event"/>
          <p:cNvSpPr/>
          <p:nvPr/>
        </p:nvSpPr>
        <p:spPr>
          <a:xfrm>
            <a:off x="420886" y="1133921"/>
            <a:ext cx="2580977" cy="496996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The Event</a:t>
            </a:r>
          </a:p>
        </p:txBody>
      </p:sp>
      <p:sp>
        <p:nvSpPr>
          <p:cNvPr id="8" name="Effect on People"/>
          <p:cNvSpPr/>
          <p:nvPr/>
        </p:nvSpPr>
        <p:spPr>
          <a:xfrm>
            <a:off x="3093244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Effect on People</a:t>
            </a:r>
          </a:p>
          <a:p>
            <a:pPr algn="l"/>
            <a:endParaRPr lang="en-US"/>
          </a:p>
        </p:txBody>
      </p:sp>
      <p:sp>
        <p:nvSpPr>
          <p:cNvPr id="9" name="Effect on Government"/>
          <p:cNvSpPr/>
          <p:nvPr/>
        </p:nvSpPr>
        <p:spPr>
          <a:xfrm>
            <a:off x="6411069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Effect on Government</a:t>
            </a:r>
          </a:p>
          <a:p>
            <a:pPr algn="l"/>
            <a:endParaRPr lang="en-US"/>
          </a:p>
        </p:txBody>
      </p:sp>
      <p:sp>
        <p:nvSpPr>
          <p:cNvPr id="10" name="Effect on Economy"/>
          <p:cNvSpPr/>
          <p:nvPr/>
        </p:nvSpPr>
        <p:spPr>
          <a:xfrm>
            <a:off x="3093244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Effect on Economy</a:t>
            </a:r>
          </a:p>
          <a:p>
            <a:pPr algn="l"/>
            <a:endParaRPr lang="en-US"/>
          </a:p>
        </p:txBody>
      </p:sp>
      <p:sp>
        <p:nvSpPr>
          <p:cNvPr id="11" name="Effect on Community / Culture"/>
          <p:cNvSpPr/>
          <p:nvPr/>
        </p:nvSpPr>
        <p:spPr>
          <a:xfrm>
            <a:off x="6411069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Effect on Community / Culture</a:t>
            </a:r>
          </a:p>
          <a:p>
            <a:pPr algn="l"/>
            <a:endParaRPr lang="en-US"/>
          </a:p>
        </p:txBody>
      </p:sp>
      <p:sp>
        <p:nvSpPr>
          <p:cNvPr id="12" name="Which change mattered most?"/>
          <p:cNvSpPr/>
          <p:nvPr/>
        </p:nvSpPr>
        <p:spPr>
          <a:xfrm>
            <a:off x="420886" y="6195268"/>
            <a:ext cx="2580977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Which change mattered most?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3-5: chronology, cause/effect, sources, point of view, maps, graphic organizers, claims and evidence.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Por qué importó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El evento"/>
          <p:cNvSpPr/>
          <p:nvPr/>
        </p:nvSpPr>
        <p:spPr>
          <a:xfrm>
            <a:off x="420886" y="1133921"/>
            <a:ext cx="2580977" cy="496996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</p:txBody>
      </p:sp>
      <p:sp>
        <p:nvSpPr>
          <p:cNvPr id="8" name="Efecto en las personas"/>
          <p:cNvSpPr/>
          <p:nvPr/>
        </p:nvSpPr>
        <p:spPr>
          <a:xfrm>
            <a:off x="3093244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Efecto en las personas</a:t>
            </a:r>
          </a:p>
          <a:p>
            <a:pPr algn="l"/>
            <a:endParaRPr lang="en-US"/>
          </a:p>
        </p:txBody>
      </p:sp>
      <p:sp>
        <p:nvSpPr>
          <p:cNvPr id="9" name="Efecto en el gobierno"/>
          <p:cNvSpPr/>
          <p:nvPr/>
        </p:nvSpPr>
        <p:spPr>
          <a:xfrm>
            <a:off x="6411069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Efecto en el gobierno</a:t>
            </a:r>
          </a:p>
          <a:p>
            <a:pPr algn="l"/>
            <a:endParaRPr lang="en-US"/>
          </a:p>
        </p:txBody>
      </p:sp>
      <p:sp>
        <p:nvSpPr>
          <p:cNvPr id="10" name="Efecto en la economía"/>
          <p:cNvSpPr/>
          <p:nvPr/>
        </p:nvSpPr>
        <p:spPr>
          <a:xfrm>
            <a:off x="3093244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Efecto en la economía</a:t>
            </a:r>
          </a:p>
          <a:p>
            <a:pPr algn="l"/>
            <a:endParaRPr lang="en-US"/>
          </a:p>
        </p:txBody>
      </p:sp>
      <p:sp>
        <p:nvSpPr>
          <p:cNvPr id="11" name="Efecto en la comunidad / cultura"/>
          <p:cNvSpPr/>
          <p:nvPr/>
        </p:nvSpPr>
        <p:spPr>
          <a:xfrm>
            <a:off x="6411069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Efecto en la comunidad / cultura</a:t>
            </a:r>
          </a:p>
          <a:p>
            <a:pPr algn="l"/>
            <a:endParaRPr lang="en-US"/>
          </a:p>
        </p:txBody>
      </p:sp>
      <p:sp>
        <p:nvSpPr>
          <p:cNvPr id="12" name="¿Qué cambio importó más?"/>
          <p:cNvSpPr/>
          <p:nvPr/>
        </p:nvSpPr>
        <p:spPr>
          <a:xfrm>
            <a:off x="420886" y="6195268"/>
            <a:ext cx="2580977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cambio importó más?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3–5: cronología, causa y efecto, fuentes, punto de vista, mapas, organizadores gráficos, afirmaciones y evidencia.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Vì sao quan trọng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Sự kiện"/>
          <p:cNvSpPr/>
          <p:nvPr/>
        </p:nvSpPr>
        <p:spPr>
          <a:xfrm>
            <a:off x="420886" y="1133921"/>
            <a:ext cx="2580977" cy="496996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</p:txBody>
      </p:sp>
      <p:sp>
        <p:nvSpPr>
          <p:cNvPr id="8" name="Tác động đến con người"/>
          <p:cNvSpPr/>
          <p:nvPr/>
        </p:nvSpPr>
        <p:spPr>
          <a:xfrm>
            <a:off x="3093244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động đến con người</a:t>
            </a:r>
          </a:p>
          <a:p>
            <a:pPr algn="l"/>
            <a:endParaRPr lang="en-US"/>
          </a:p>
        </p:txBody>
      </p:sp>
      <p:sp>
        <p:nvSpPr>
          <p:cNvPr id="9" name="Tác động đến chính quyền"/>
          <p:cNvSpPr/>
          <p:nvPr/>
        </p:nvSpPr>
        <p:spPr>
          <a:xfrm>
            <a:off x="6411069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động đến chính quyền</a:t>
            </a:r>
          </a:p>
          <a:p>
            <a:pPr algn="l"/>
            <a:endParaRPr lang="en-US"/>
          </a:p>
        </p:txBody>
      </p:sp>
      <p:sp>
        <p:nvSpPr>
          <p:cNvPr id="10" name="Tác động đến kinh tế"/>
          <p:cNvSpPr/>
          <p:nvPr/>
        </p:nvSpPr>
        <p:spPr>
          <a:xfrm>
            <a:off x="3093244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động đến kinh tế</a:t>
            </a:r>
          </a:p>
          <a:p>
            <a:pPr algn="l"/>
            <a:endParaRPr lang="en-US"/>
          </a:p>
        </p:txBody>
      </p:sp>
      <p:sp>
        <p:nvSpPr>
          <p:cNvPr id="11" name="Tác động đến cộng đồng / văn hóa"/>
          <p:cNvSpPr/>
          <p:nvPr/>
        </p:nvSpPr>
        <p:spPr>
          <a:xfrm>
            <a:off x="6411069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động đến cộng đồng / văn hóa</a:t>
            </a:r>
          </a:p>
          <a:p>
            <a:pPr algn="l"/>
            <a:endParaRPr lang="en-US"/>
          </a:p>
        </p:txBody>
      </p:sp>
      <p:sp>
        <p:nvSpPr>
          <p:cNvPr id="12" name="Thay đổi nào quan trọng nhất?"/>
          <p:cNvSpPr/>
          <p:nvPr/>
        </p:nvSpPr>
        <p:spPr>
          <a:xfrm>
            <a:off x="420886" y="6195268"/>
            <a:ext cx="2580977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Thay đổi nào quan trọng nhất?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3–5: trình tự thời gian, nguyên nhân/kết quả, nguồn tư liệu, quan điểm, bản đồ, sơ đồ tổ chức, nhận định và bằng chứng.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为什么重要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事件"/>
          <p:cNvSpPr/>
          <p:nvPr/>
        </p:nvSpPr>
        <p:spPr>
          <a:xfrm>
            <a:off x="420886" y="1133921"/>
            <a:ext cx="2580977" cy="496996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</p:txBody>
      </p:sp>
      <p:sp>
        <p:nvSpPr>
          <p:cNvPr id="8" name="对人的影响"/>
          <p:cNvSpPr/>
          <p:nvPr/>
        </p:nvSpPr>
        <p:spPr>
          <a:xfrm>
            <a:off x="3093244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对人的影响</a:t>
            </a:r>
          </a:p>
          <a:p>
            <a:pPr algn="l"/>
            <a:endParaRPr lang="en-US"/>
          </a:p>
        </p:txBody>
      </p:sp>
      <p:sp>
        <p:nvSpPr>
          <p:cNvPr id="9" name="对政府的影响"/>
          <p:cNvSpPr/>
          <p:nvPr/>
        </p:nvSpPr>
        <p:spPr>
          <a:xfrm>
            <a:off x="6411069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对政府的影响</a:t>
            </a:r>
          </a:p>
          <a:p>
            <a:pPr algn="l"/>
            <a:endParaRPr lang="en-US"/>
          </a:p>
        </p:txBody>
      </p:sp>
      <p:sp>
        <p:nvSpPr>
          <p:cNvPr id="10" name="对经济的影响"/>
          <p:cNvSpPr/>
          <p:nvPr/>
        </p:nvSpPr>
        <p:spPr>
          <a:xfrm>
            <a:off x="3093244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对经济的影响</a:t>
            </a:r>
          </a:p>
          <a:p>
            <a:pPr algn="l"/>
            <a:endParaRPr lang="en-US"/>
          </a:p>
        </p:txBody>
      </p:sp>
      <p:sp>
        <p:nvSpPr>
          <p:cNvPr id="11" name="对社区 / 文化的影响"/>
          <p:cNvSpPr/>
          <p:nvPr/>
        </p:nvSpPr>
        <p:spPr>
          <a:xfrm>
            <a:off x="6411069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对社区 / 文化的影响</a:t>
            </a:r>
          </a:p>
          <a:p>
            <a:pPr algn="l"/>
            <a:endParaRPr lang="en-US"/>
          </a:p>
        </p:txBody>
      </p:sp>
      <p:sp>
        <p:nvSpPr>
          <p:cNvPr id="12" name="哪项变化最重要？"/>
          <p:cNvSpPr/>
          <p:nvPr/>
        </p:nvSpPr>
        <p:spPr>
          <a:xfrm>
            <a:off x="420886" y="6195268"/>
            <a:ext cx="2580977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哪项变化最重要？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19925"/>
            <a:ext cx="2204704" cy="4072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3–5年级：时间顺序、因果关系、资料来源、观点、地图、图示组织、主张与证据。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यह क्यों महत्वपूर्ण था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घटना"/>
          <p:cNvSpPr/>
          <p:nvPr/>
        </p:nvSpPr>
        <p:spPr>
          <a:xfrm>
            <a:off x="420886" y="1133921"/>
            <a:ext cx="2580977" cy="496996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</p:txBody>
      </p:sp>
      <p:sp>
        <p:nvSpPr>
          <p:cNvPr id="8" name="लोगों पर प्रभाव"/>
          <p:cNvSpPr/>
          <p:nvPr/>
        </p:nvSpPr>
        <p:spPr>
          <a:xfrm>
            <a:off x="3093244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लोगों पर प्रभाव</a:t>
            </a:r>
          </a:p>
          <a:p>
            <a:pPr algn="l"/>
            <a:endParaRPr lang="en-US"/>
          </a:p>
        </p:txBody>
      </p:sp>
      <p:sp>
        <p:nvSpPr>
          <p:cNvPr id="9" name="सरकार पर प्रभाव"/>
          <p:cNvSpPr/>
          <p:nvPr/>
        </p:nvSpPr>
        <p:spPr>
          <a:xfrm>
            <a:off x="6411069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सरकार पर प्रभाव</a:t>
            </a:r>
          </a:p>
          <a:p>
            <a:pPr algn="l"/>
            <a:endParaRPr lang="en-US"/>
          </a:p>
        </p:txBody>
      </p:sp>
      <p:sp>
        <p:nvSpPr>
          <p:cNvPr id="10" name="अर्थव्यवस्था पर प्रभाव"/>
          <p:cNvSpPr/>
          <p:nvPr/>
        </p:nvSpPr>
        <p:spPr>
          <a:xfrm>
            <a:off x="3093244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अर्थव्यवस्था पर प्रभाव</a:t>
            </a:r>
          </a:p>
          <a:p>
            <a:pPr algn="l"/>
            <a:endParaRPr lang="en-US"/>
          </a:p>
        </p:txBody>
      </p:sp>
      <p:sp>
        <p:nvSpPr>
          <p:cNvPr id="11" name="समुदाय / संस्कृति पर प्रभाव"/>
          <p:cNvSpPr/>
          <p:nvPr/>
        </p:nvSpPr>
        <p:spPr>
          <a:xfrm>
            <a:off x="6411069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समुदाय / संस्कृति पर प्रभाव</a:t>
            </a:r>
          </a:p>
          <a:p>
            <a:pPr algn="l"/>
            <a:endParaRPr lang="en-US"/>
          </a:p>
        </p:txBody>
      </p:sp>
      <p:sp>
        <p:nvSpPr>
          <p:cNvPr id="12" name="कौन-सा बदलाव सबसे महत्वपूर्ण था?"/>
          <p:cNvSpPr/>
          <p:nvPr/>
        </p:nvSpPr>
        <p:spPr>
          <a:xfrm>
            <a:off x="420886" y="6195268"/>
            <a:ext cx="2580977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कौन-सा बदलाव सबसे महत्वपूर्ण था?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3–5: कालक्रम, कारण/प्रभाव, स्रोत, दृष्टिकोण, मानचित्र, ग्राफिक आयोजक, दावे और प्रमाण।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لماذا كان مهمًا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حدث"/>
          <p:cNvSpPr/>
          <p:nvPr/>
        </p:nvSpPr>
        <p:spPr>
          <a:xfrm>
            <a:off x="7056537" y="1133921"/>
            <a:ext cx="2580977" cy="496996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</p:txBody>
      </p:sp>
      <p:sp>
        <p:nvSpPr>
          <p:cNvPr id="8" name="الأثر على الناس"/>
          <p:cNvSpPr/>
          <p:nvPr/>
        </p:nvSpPr>
        <p:spPr>
          <a:xfrm>
            <a:off x="3738711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الأثر على الناس</a:t>
            </a:r>
          </a:p>
          <a:p>
            <a:pPr algn="l" rtl="1"/>
            <a:endParaRPr lang="en-US"/>
          </a:p>
        </p:txBody>
      </p:sp>
      <p:sp>
        <p:nvSpPr>
          <p:cNvPr id="9" name="الأثر على الحكومة"/>
          <p:cNvSpPr/>
          <p:nvPr/>
        </p:nvSpPr>
        <p:spPr>
          <a:xfrm>
            <a:off x="420886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الأثر على الحكومة</a:t>
            </a:r>
          </a:p>
          <a:p>
            <a:pPr algn="l" rtl="1"/>
            <a:endParaRPr lang="en-US"/>
          </a:p>
        </p:txBody>
      </p:sp>
      <p:sp>
        <p:nvSpPr>
          <p:cNvPr id="10" name="الأثر على الاقتصاد"/>
          <p:cNvSpPr/>
          <p:nvPr/>
        </p:nvSpPr>
        <p:spPr>
          <a:xfrm>
            <a:off x="3738711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الأثر على الاقتصاد</a:t>
            </a:r>
          </a:p>
          <a:p>
            <a:pPr algn="l" rtl="1"/>
            <a:endParaRPr lang="en-US"/>
          </a:p>
        </p:txBody>
      </p:sp>
      <p:sp>
        <p:nvSpPr>
          <p:cNvPr id="11" name="الأثر على المجتمع / الثقافة"/>
          <p:cNvSpPr/>
          <p:nvPr/>
        </p:nvSpPr>
        <p:spPr>
          <a:xfrm>
            <a:off x="420886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الأثر على المجتمع / الثقافة</a:t>
            </a:r>
          </a:p>
          <a:p>
            <a:pPr algn="l" rtl="1"/>
            <a:endParaRPr lang="en-US"/>
          </a:p>
        </p:txBody>
      </p:sp>
      <p:sp>
        <p:nvSpPr>
          <p:cNvPr id="12" name="أي تغيير كان الأهم؟"/>
          <p:cNvSpPr/>
          <p:nvPr/>
        </p:nvSpPr>
        <p:spPr>
          <a:xfrm>
            <a:off x="7056537" y="6195268"/>
            <a:ext cx="2580977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أي تغيير كان الأهم؟</a:t>
            </a:r>
          </a:p>
          <a:p>
            <a:pPr algn="l" rtl="1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3–5: التسلسل الزمني، السبب والنتيجة، المصادر، وجهة النظر، الخرائط، المنظمات الرسومية، الادعاءات والأدلة.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یہ کیوں اہم تھا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واقعہ"/>
          <p:cNvSpPr/>
          <p:nvPr/>
        </p:nvSpPr>
        <p:spPr>
          <a:xfrm>
            <a:off x="7056537" y="1133921"/>
            <a:ext cx="2580977" cy="496996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</p:txBody>
      </p:sp>
      <p:sp>
        <p:nvSpPr>
          <p:cNvPr id="8" name="لوگوں پر اثر"/>
          <p:cNvSpPr/>
          <p:nvPr/>
        </p:nvSpPr>
        <p:spPr>
          <a:xfrm>
            <a:off x="3738711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لوگوں پر اثر</a:t>
            </a:r>
          </a:p>
          <a:p>
            <a:pPr algn="l" rtl="1"/>
            <a:endParaRPr lang="en-US"/>
          </a:p>
        </p:txBody>
      </p:sp>
      <p:sp>
        <p:nvSpPr>
          <p:cNvPr id="9" name="حکومت پر اثر"/>
          <p:cNvSpPr/>
          <p:nvPr/>
        </p:nvSpPr>
        <p:spPr>
          <a:xfrm>
            <a:off x="420886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حکومت پر اثر</a:t>
            </a:r>
          </a:p>
          <a:p>
            <a:pPr algn="l" rtl="1"/>
            <a:endParaRPr lang="en-US"/>
          </a:p>
        </p:txBody>
      </p:sp>
      <p:sp>
        <p:nvSpPr>
          <p:cNvPr id="10" name="معیشت پر اثر"/>
          <p:cNvSpPr/>
          <p:nvPr/>
        </p:nvSpPr>
        <p:spPr>
          <a:xfrm>
            <a:off x="3738711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معیشت پر اثر</a:t>
            </a:r>
          </a:p>
          <a:p>
            <a:pPr algn="l" rtl="1"/>
            <a:endParaRPr lang="en-US"/>
          </a:p>
        </p:txBody>
      </p:sp>
      <p:sp>
        <p:nvSpPr>
          <p:cNvPr id="11" name="معاشرہ / ثقافت پر اثر"/>
          <p:cNvSpPr/>
          <p:nvPr/>
        </p:nvSpPr>
        <p:spPr>
          <a:xfrm>
            <a:off x="420886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معاشرہ / ثقافت پر اثر</a:t>
            </a:r>
          </a:p>
          <a:p>
            <a:pPr algn="l" rtl="1"/>
            <a:endParaRPr lang="en-US"/>
          </a:p>
        </p:txBody>
      </p:sp>
      <p:sp>
        <p:nvSpPr>
          <p:cNvPr id="12" name="کون سی تبدیلی سب سے اہم تھی؟"/>
          <p:cNvSpPr/>
          <p:nvPr/>
        </p:nvSpPr>
        <p:spPr>
          <a:xfrm>
            <a:off x="7056537" y="6195268"/>
            <a:ext cx="2580977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کون سی تبدیلی سب سے اہم تھی؟</a:t>
            </a:r>
          </a:p>
          <a:p>
            <a:pPr algn="l" rtl="1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3–5: زمانی ترتیب، سبب و اثر، ذرائع، نقطۂ نظر، نقشے، گرافک آرگنائزر، دعوے اور شواہد۔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It Mattered — 7 languages</dc:title>
  <dc:creator>TCEA / Miguel Guhlin</dc:creator>
  <cp:lastModifiedBy>TCEA</cp:lastModifiedBy>
</cp:coreProperties>
</file>