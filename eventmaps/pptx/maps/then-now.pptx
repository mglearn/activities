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Then and Now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Before"/>
          <p:cNvSpPr/>
          <p:nvPr/>
        </p:nvSpPr>
        <p:spPr>
          <a:xfrm>
            <a:off x="420886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Before</a:t>
            </a:r>
          </a:p>
          <a:p>
            <a:pPr algn="l"/>
            <a:endParaRPr lang="en-US"/>
          </a:p>
        </p:txBody>
      </p:sp>
      <p:sp>
        <p:nvSpPr>
          <p:cNvPr id="8" name="The Event"/>
          <p:cNvSpPr/>
          <p:nvPr/>
        </p:nvSpPr>
        <p:spPr>
          <a:xfrm>
            <a:off x="361473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  <a:p>
            <a:pPr algn="l"/>
            <a:endParaRPr lang="en-US"/>
          </a:p>
        </p:txBody>
      </p:sp>
      <p:sp>
        <p:nvSpPr>
          <p:cNvPr id="9" name="After"/>
          <p:cNvSpPr/>
          <p:nvPr/>
        </p:nvSpPr>
        <p:spPr>
          <a:xfrm>
            <a:off x="6808589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After</a:t>
            </a:r>
          </a:p>
          <a:p>
            <a:pPr algn="l"/>
            <a:endParaRPr lang="en-US"/>
          </a:p>
        </p:txBody>
      </p:sp>
      <p:sp>
        <p:nvSpPr>
          <p:cNvPr id="10" name="What changed?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changed?</a:t>
            </a:r>
          </a:p>
          <a:p>
            <a:pPr algn="l"/>
            <a:endParaRPr lang="en-US"/>
          </a:p>
        </p:txBody>
      </p:sp>
      <p:sp>
        <p:nvSpPr>
          <p:cNvPr id="11" name="What stayed the same?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stayed the same?</a:t>
            </a:r>
          </a:p>
          <a:p>
            <a:pPr algn="l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317128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636514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3-5: chronology, cause/effect, sources, point of view, maps, graphic organizers, claims and evidence.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Antes y después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ntes"/>
          <p:cNvSpPr/>
          <p:nvPr/>
        </p:nvSpPr>
        <p:spPr>
          <a:xfrm>
            <a:off x="420886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Antes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61473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l"/>
            <a:endParaRPr lang="en-US"/>
          </a:p>
        </p:txBody>
      </p:sp>
      <p:sp>
        <p:nvSpPr>
          <p:cNvPr id="9" name="Después"/>
          <p:cNvSpPr/>
          <p:nvPr/>
        </p:nvSpPr>
        <p:spPr>
          <a:xfrm>
            <a:off x="6808589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Después</a:t>
            </a:r>
          </a:p>
          <a:p>
            <a:pPr algn="l"/>
            <a:endParaRPr lang="en-US"/>
          </a:p>
        </p:txBody>
      </p:sp>
      <p:sp>
        <p:nvSpPr>
          <p:cNvPr id="10" name="¿Qué cambió?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cambió?</a:t>
            </a:r>
          </a:p>
          <a:p>
            <a:pPr algn="l"/>
            <a:endParaRPr lang="en-US"/>
          </a:p>
        </p:txBody>
      </p:sp>
      <p:sp>
        <p:nvSpPr>
          <p:cNvPr id="11" name="¿Qué permaneció igual?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permaneció igual?</a:t>
            </a:r>
          </a:p>
          <a:p>
            <a:pPr algn="l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317128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636514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Trước và Sau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Trước"/>
          <p:cNvSpPr/>
          <p:nvPr/>
        </p:nvSpPr>
        <p:spPr>
          <a:xfrm>
            <a:off x="420886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Trước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61473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l"/>
            <a:endParaRPr lang="en-US"/>
          </a:p>
        </p:txBody>
      </p:sp>
      <p:sp>
        <p:nvSpPr>
          <p:cNvPr id="9" name="Sau"/>
          <p:cNvSpPr/>
          <p:nvPr/>
        </p:nvSpPr>
        <p:spPr>
          <a:xfrm>
            <a:off x="6808589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Sau</a:t>
            </a:r>
          </a:p>
          <a:p>
            <a:pPr algn="l"/>
            <a:endParaRPr lang="en-US"/>
          </a:p>
        </p:txBody>
      </p:sp>
      <p:sp>
        <p:nvSpPr>
          <p:cNvPr id="10" name="Điều gì thay đổi?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thay đổi?</a:t>
            </a:r>
          </a:p>
          <a:p>
            <a:pPr algn="l"/>
            <a:endParaRPr lang="en-US"/>
          </a:p>
        </p:txBody>
      </p:sp>
      <p:sp>
        <p:nvSpPr>
          <p:cNvPr id="11" name="Điều gì vẫn như cũ?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vẫn như cũ?</a:t>
            </a:r>
          </a:p>
          <a:p>
            <a:pPr algn="l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317128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636514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前后变化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之前"/>
          <p:cNvSpPr/>
          <p:nvPr/>
        </p:nvSpPr>
        <p:spPr>
          <a:xfrm>
            <a:off x="420886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之前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61473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l"/>
            <a:endParaRPr lang="en-US"/>
          </a:p>
        </p:txBody>
      </p:sp>
      <p:sp>
        <p:nvSpPr>
          <p:cNvPr id="9" name="之后"/>
          <p:cNvSpPr/>
          <p:nvPr/>
        </p:nvSpPr>
        <p:spPr>
          <a:xfrm>
            <a:off x="6808589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之后</a:t>
            </a:r>
          </a:p>
          <a:p>
            <a:pPr algn="l"/>
            <a:endParaRPr lang="en-US"/>
          </a:p>
        </p:txBody>
      </p:sp>
      <p:sp>
        <p:nvSpPr>
          <p:cNvPr id="10" name="发生了什么变化？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发生了什么变化？</a:t>
            </a:r>
          </a:p>
          <a:p>
            <a:pPr algn="l"/>
            <a:endParaRPr lang="en-US"/>
          </a:p>
        </p:txBody>
      </p:sp>
      <p:sp>
        <p:nvSpPr>
          <p:cNvPr id="11" name="什么保持不变？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什么保持不变？</a:t>
            </a:r>
          </a:p>
          <a:p>
            <a:pPr algn="l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317128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636514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पहले और बाद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पहले"/>
          <p:cNvSpPr/>
          <p:nvPr/>
        </p:nvSpPr>
        <p:spPr>
          <a:xfrm>
            <a:off x="420886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पहले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61473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l"/>
            <a:endParaRPr lang="en-US"/>
          </a:p>
        </p:txBody>
      </p:sp>
      <p:sp>
        <p:nvSpPr>
          <p:cNvPr id="9" name="बाद में"/>
          <p:cNvSpPr/>
          <p:nvPr/>
        </p:nvSpPr>
        <p:spPr>
          <a:xfrm>
            <a:off x="6808589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बाद में</a:t>
            </a:r>
          </a:p>
          <a:p>
            <a:pPr algn="l"/>
            <a:endParaRPr lang="en-US"/>
          </a:p>
        </p:txBody>
      </p:sp>
      <p:sp>
        <p:nvSpPr>
          <p:cNvPr id="10" name="क्या बदला?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क्या बदला?</a:t>
            </a:r>
          </a:p>
          <a:p>
            <a:pPr algn="l"/>
            <a:endParaRPr lang="en-US"/>
          </a:p>
        </p:txBody>
      </p:sp>
      <p:sp>
        <p:nvSpPr>
          <p:cNvPr id="11" name="क्या समान रहा?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क्या समान रहा?</a:t>
            </a:r>
          </a:p>
          <a:p>
            <a:pPr algn="l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317128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636514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قبل وبعد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بل"/>
          <p:cNvSpPr/>
          <p:nvPr/>
        </p:nvSpPr>
        <p:spPr>
          <a:xfrm>
            <a:off x="6827639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قبل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63378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l" rtl="1"/>
            <a:endParaRPr lang="en-US"/>
          </a:p>
        </p:txBody>
      </p:sp>
      <p:sp>
        <p:nvSpPr>
          <p:cNvPr id="9" name="بعد"/>
          <p:cNvSpPr/>
          <p:nvPr/>
        </p:nvSpPr>
        <p:spPr>
          <a:xfrm>
            <a:off x="420886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</a:t>
            </a:r>
          </a:p>
          <a:p>
            <a:pPr algn="l" rtl="1"/>
            <a:endParaRPr lang="en-US"/>
          </a:p>
        </p:txBody>
      </p:sp>
      <p:sp>
        <p:nvSpPr>
          <p:cNvPr id="10" name="ما الذي تغيّر؟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تغيّر؟</a:t>
            </a:r>
          </a:p>
          <a:p>
            <a:pPr algn="l" rtl="1"/>
            <a:endParaRPr lang="en-US"/>
          </a:p>
        </p:txBody>
      </p:sp>
      <p:sp>
        <p:nvSpPr>
          <p:cNvPr id="11" name="ما الذي بقي كما هو؟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بقي كما هو؟</a:t>
            </a:r>
          </a:p>
          <a:p>
            <a:pPr algn="l" rtl="1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638419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319033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پہلے اور بعد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پہلے"/>
          <p:cNvSpPr/>
          <p:nvPr/>
        </p:nvSpPr>
        <p:spPr>
          <a:xfrm>
            <a:off x="6827639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پہلے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63378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l" rtl="1"/>
            <a:endParaRPr lang="en-US"/>
          </a:p>
        </p:txBody>
      </p:sp>
      <p:sp>
        <p:nvSpPr>
          <p:cNvPr id="9" name="بعد میں"/>
          <p:cNvSpPr/>
          <p:nvPr/>
        </p:nvSpPr>
        <p:spPr>
          <a:xfrm>
            <a:off x="420886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 میں</a:t>
            </a:r>
          </a:p>
          <a:p>
            <a:pPr algn="l" rtl="1"/>
            <a:endParaRPr lang="en-US"/>
          </a:p>
        </p:txBody>
      </p:sp>
      <p:sp>
        <p:nvSpPr>
          <p:cNvPr id="10" name="کیا بدلا؟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کیا بدلا؟</a:t>
            </a:r>
          </a:p>
          <a:p>
            <a:pPr algn="l" rtl="1"/>
            <a:endParaRPr lang="en-US"/>
          </a:p>
        </p:txBody>
      </p:sp>
      <p:sp>
        <p:nvSpPr>
          <p:cNvPr id="11" name="کیا ویسا ہی رہا؟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کیا ویسا ہی رہا؟</a:t>
            </a:r>
          </a:p>
          <a:p>
            <a:pPr algn="l" rtl="1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638419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319033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Then and Now — 7 languages</dc:title>
  <dc:creator>TCEA / Miguel Guhlin</dc:creator>
  <cp:lastModifiedBy>TCEA</cp:lastModifiedBy>
</cp:coreProperties>
</file>