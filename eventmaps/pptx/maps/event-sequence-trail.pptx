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Sequence Trail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equence (Order of Events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Sequence (Order of Events)</a:t>
            </a:r>
          </a:p>
          <a:p>
            <a:pPr algn="ctr"/>
            <a:endParaRPr lang="en-US"/>
          </a:p>
        </p:txBody>
      </p:sp>
      <p:sp>
        <p:nvSpPr>
          <p:cNvPr id="8" name="Where did it happen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it happen?</a:t>
            </a:r>
          </a:p>
          <a:p>
            <a:pPr algn="l"/>
            <a:endParaRPr lang="en-US"/>
          </a:p>
        </p:txBody>
      </p:sp>
      <p:sp>
        <p:nvSpPr>
          <p:cNvPr id="9" name="The Event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When did it happen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When did it happen?</a:t>
            </a:r>
          </a:p>
          <a:p>
            <a:pPr algn="l"/>
            <a:endParaRPr lang="en-US"/>
          </a:p>
        </p:txBody>
      </p:sp>
      <p:sp>
        <p:nvSpPr>
          <p:cNvPr id="11" name="Beginning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Beginning</a:t>
            </a:r>
          </a:p>
          <a:p>
            <a:pPr algn="l"/>
            <a:endParaRPr lang="en-US"/>
          </a:p>
        </p:txBody>
      </p:sp>
      <p:sp>
        <p:nvSpPr>
          <p:cNvPr id="12" name="Who was involved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 was involved?</a:t>
            </a:r>
          </a:p>
          <a:p>
            <a:pPr algn="l"/>
            <a:endParaRPr lang="en-US"/>
          </a:p>
        </p:txBody>
      </p:sp>
      <p:sp>
        <p:nvSpPr>
          <p:cNvPr id="13" name="Ending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Ending</a:t>
            </a:r>
          </a:p>
          <a:p>
            <a:pPr algn="l"/>
            <a:endParaRPr lang="en-US"/>
          </a:p>
        </p:txBody>
      </p:sp>
      <p:sp>
        <p:nvSpPr>
          <p:cNvPr id="14" name="Why was it important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Ruta de secuencia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ecuencia (orden de los sucesos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Secuencia (orden de los sucesos)</a:t>
            </a:r>
          </a:p>
          <a:p>
            <a:pPr algn="ctr"/>
            <a:endParaRPr lang="en-US"/>
          </a:p>
        </p:txBody>
      </p:sp>
      <p:sp>
        <p:nvSpPr>
          <p:cNvPr id="8" name="¿Dónde ocurrió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9" name="El evento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¿Cuándo ocurrió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1" name="Inicio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Inicio</a:t>
            </a:r>
          </a:p>
          <a:p>
            <a:pPr algn="l"/>
            <a:endParaRPr lang="en-US"/>
          </a:p>
        </p:txBody>
      </p:sp>
      <p:sp>
        <p:nvSpPr>
          <p:cNvPr id="12" name="¿Quiénes participaron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3" name="Final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Final</a:t>
            </a:r>
          </a:p>
          <a:p>
            <a:pPr algn="l"/>
            <a:endParaRPr lang="en-US"/>
          </a:p>
        </p:txBody>
      </p:sp>
      <p:sp>
        <p:nvSpPr>
          <p:cNvPr id="14" name="¿Por qué fue importante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Đường trình tự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ình tự (thứ tự các sự kiện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Trình tự (thứ tự các sự kiện)</a:t>
            </a:r>
          </a:p>
          <a:p>
            <a:pPr algn="ctr"/>
            <a:endParaRPr lang="en-US"/>
          </a:p>
        </p:txBody>
      </p:sp>
      <p:sp>
        <p:nvSpPr>
          <p:cNvPr id="8" name="Xảy ra ở đâu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9" name="Sự kiện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Xảy ra khi nào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1" name="Bắt đầu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Bắt đầu</a:t>
            </a:r>
          </a:p>
          <a:p>
            <a:pPr algn="l"/>
            <a:endParaRPr lang="en-US"/>
          </a:p>
        </p:txBody>
      </p:sp>
      <p:sp>
        <p:nvSpPr>
          <p:cNvPr id="12" name="Ai tham gia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3" name="Kết thúc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thúc</a:t>
            </a:r>
          </a:p>
          <a:p>
            <a:pPr algn="l"/>
            <a:endParaRPr lang="en-US"/>
          </a:p>
        </p:txBody>
      </p:sp>
      <p:sp>
        <p:nvSpPr>
          <p:cNvPr id="14" name="Vì sao quan trọng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事件顺序路径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顺序（事件排序）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顺序（事件排序）</a:t>
            </a:r>
          </a:p>
          <a:p>
            <a:pPr algn="ctr"/>
            <a:endParaRPr lang="en-US"/>
          </a:p>
        </p:txBody>
      </p:sp>
      <p:sp>
        <p:nvSpPr>
          <p:cNvPr id="8" name="在哪里发生？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9" name="事件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什么时候发生？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1" name="开始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开始</a:t>
            </a:r>
          </a:p>
          <a:p>
            <a:pPr algn="l"/>
            <a:endParaRPr lang="en-US"/>
          </a:p>
        </p:txBody>
      </p:sp>
      <p:sp>
        <p:nvSpPr>
          <p:cNvPr id="12" name="谁参与了？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3" name="结束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结束</a:t>
            </a:r>
          </a:p>
          <a:p>
            <a:pPr algn="l"/>
            <a:endParaRPr lang="en-US"/>
          </a:p>
        </p:txBody>
      </p:sp>
      <p:sp>
        <p:nvSpPr>
          <p:cNvPr id="14" name="为什么重要？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क्रम पथ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्रम (घटनाओं का क्रम)"/>
          <p:cNvSpPr/>
          <p:nvPr/>
        </p:nvSpPr>
        <p:spPr>
          <a:xfrm>
            <a:off x="420886" y="4455468"/>
            <a:ext cx="9216628" cy="240223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क्रम (घटनाओं का क्रम)</a:t>
            </a:r>
          </a:p>
          <a:p>
            <a:pPr algn="ctr"/>
            <a:endParaRPr lang="en-US"/>
          </a:p>
        </p:txBody>
      </p:sp>
      <p:sp>
        <p:nvSpPr>
          <p:cNvPr id="8" name="यह कहाँ हुआ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9" name="घटना"/>
          <p:cNvSpPr/>
          <p:nvPr/>
        </p:nvSpPr>
        <p:spPr>
          <a:xfrm>
            <a:off x="3379887" y="1133921"/>
            <a:ext cx="3298478" cy="206737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यह कब हुआ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1" name="शुरुआत"/>
          <p:cNvSpPr/>
          <p:nvPr/>
        </p:nvSpPr>
        <p:spPr>
          <a:xfrm>
            <a:off x="420886" y="22595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शुरुआत</a:t>
            </a:r>
          </a:p>
          <a:p>
            <a:pPr algn="l"/>
            <a:endParaRPr lang="en-US"/>
          </a:p>
        </p:txBody>
      </p:sp>
      <p:sp>
        <p:nvSpPr>
          <p:cNvPr id="12" name="कौन शामिल था?"/>
          <p:cNvSpPr/>
          <p:nvPr/>
        </p:nvSpPr>
        <p:spPr>
          <a:xfrm>
            <a:off x="6751439" y="22595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3" name="अंत"/>
          <p:cNvSpPr/>
          <p:nvPr/>
        </p:nvSpPr>
        <p:spPr>
          <a:xfrm>
            <a:off x="420886" y="3274368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अंत</a:t>
            </a:r>
          </a:p>
          <a:p>
            <a:pPr algn="l"/>
            <a:endParaRPr lang="en-US"/>
          </a:p>
        </p:txBody>
      </p:sp>
      <p:sp>
        <p:nvSpPr>
          <p:cNvPr id="14" name="यह महत्वपूर्ण क्यों था?"/>
          <p:cNvSpPr/>
          <p:nvPr/>
        </p:nvSpPr>
        <p:spPr>
          <a:xfrm>
            <a:off x="3379887" y="3274368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3749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91132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8501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5869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32524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مسار تسلسل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تسلسل (ترتيب الأحداث)"/>
          <p:cNvSpPr/>
          <p:nvPr/>
        </p:nvSpPr>
        <p:spPr>
          <a:xfrm>
            <a:off x="420886" y="4407843"/>
            <a:ext cx="9216628" cy="244986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التسلسل (ترتيب الأحداث)</a:t>
            </a:r>
          </a:p>
          <a:p>
            <a:pPr algn="ctr" rtl="1"/>
            <a:endParaRPr lang="en-US"/>
          </a:p>
        </p:txBody>
      </p:sp>
      <p:sp>
        <p:nvSpPr>
          <p:cNvPr id="8" name="أين حدث؟"/>
          <p:cNvSpPr/>
          <p:nvPr/>
        </p:nvSpPr>
        <p:spPr>
          <a:xfrm>
            <a:off x="6751588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9" name="الحدث"/>
          <p:cNvSpPr/>
          <p:nvPr/>
        </p:nvSpPr>
        <p:spPr>
          <a:xfrm>
            <a:off x="3380036" y="1133921"/>
            <a:ext cx="3298478" cy="2036713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متى حدث؟"/>
          <p:cNvSpPr/>
          <p:nvPr/>
        </p:nvSpPr>
        <p:spPr>
          <a:xfrm>
            <a:off x="421035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1" name="البداية"/>
          <p:cNvSpPr/>
          <p:nvPr/>
        </p:nvSpPr>
        <p:spPr>
          <a:xfrm>
            <a:off x="6751588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البداية</a:t>
            </a:r>
          </a:p>
          <a:p>
            <a:pPr algn="l" rtl="1"/>
            <a:endParaRPr lang="en-US"/>
          </a:p>
        </p:txBody>
      </p:sp>
      <p:sp>
        <p:nvSpPr>
          <p:cNvPr id="12" name="من شارك؟"/>
          <p:cNvSpPr/>
          <p:nvPr/>
        </p:nvSpPr>
        <p:spPr>
          <a:xfrm>
            <a:off x="421035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3" name="النهاية"/>
          <p:cNvSpPr/>
          <p:nvPr/>
        </p:nvSpPr>
        <p:spPr>
          <a:xfrm>
            <a:off x="6751588" y="32437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النهاية</a:t>
            </a:r>
          </a:p>
          <a:p>
            <a:pPr algn="l" rtl="1"/>
            <a:endParaRPr lang="en-US"/>
          </a:p>
        </p:txBody>
      </p:sp>
      <p:sp>
        <p:nvSpPr>
          <p:cNvPr id="14" name="لماذا كان مهمًا؟"/>
          <p:cNvSpPr/>
          <p:nvPr/>
        </p:nvSpPr>
        <p:spPr>
          <a:xfrm>
            <a:off x="3380036" y="3243709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9402961" y="4785122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9402961" y="495895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9402961" y="5132636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9402961" y="530631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9402961" y="548014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واقعاتی ترتیب کا راستہ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رتیب (واقعات کی ترتیب)"/>
          <p:cNvSpPr/>
          <p:nvPr/>
        </p:nvSpPr>
        <p:spPr>
          <a:xfrm>
            <a:off x="420886" y="4407843"/>
            <a:ext cx="9216628" cy="244986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ترتیب (واقعات کی ترتیب)</a:t>
            </a:r>
          </a:p>
          <a:p>
            <a:pPr algn="ctr" rtl="1"/>
            <a:endParaRPr lang="en-US"/>
          </a:p>
        </p:txBody>
      </p:sp>
      <p:sp>
        <p:nvSpPr>
          <p:cNvPr id="8" name="یہ کہاں ہوا؟"/>
          <p:cNvSpPr/>
          <p:nvPr/>
        </p:nvSpPr>
        <p:spPr>
          <a:xfrm>
            <a:off x="6751588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9" name="واقعہ"/>
          <p:cNvSpPr/>
          <p:nvPr/>
        </p:nvSpPr>
        <p:spPr>
          <a:xfrm>
            <a:off x="3380036" y="1133921"/>
            <a:ext cx="3298478" cy="2036713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یہ کب ہوا؟"/>
          <p:cNvSpPr/>
          <p:nvPr/>
        </p:nvSpPr>
        <p:spPr>
          <a:xfrm>
            <a:off x="421035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1" name="آغاز"/>
          <p:cNvSpPr/>
          <p:nvPr/>
        </p:nvSpPr>
        <p:spPr>
          <a:xfrm>
            <a:off x="6751588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آغاز</a:t>
            </a:r>
          </a:p>
          <a:p>
            <a:pPr algn="l" rtl="1"/>
            <a:endParaRPr lang="en-US"/>
          </a:p>
        </p:txBody>
      </p:sp>
      <p:sp>
        <p:nvSpPr>
          <p:cNvPr id="12" name="کون شامل تھا؟"/>
          <p:cNvSpPr/>
          <p:nvPr/>
        </p:nvSpPr>
        <p:spPr>
          <a:xfrm>
            <a:off x="421035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3" name="اختتام"/>
          <p:cNvSpPr/>
          <p:nvPr/>
        </p:nvSpPr>
        <p:spPr>
          <a:xfrm>
            <a:off x="6751588" y="32437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اختتام</a:t>
            </a:r>
          </a:p>
          <a:p>
            <a:pPr algn="l" rtl="1"/>
            <a:endParaRPr lang="en-US"/>
          </a:p>
        </p:txBody>
      </p:sp>
      <p:sp>
        <p:nvSpPr>
          <p:cNvPr id="14" name="یہ اہم کیوں تھا؟"/>
          <p:cNvSpPr/>
          <p:nvPr/>
        </p:nvSpPr>
        <p:spPr>
          <a:xfrm>
            <a:off x="3380036" y="3243709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9402961" y="4785122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9402961" y="495895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9402961" y="5132636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9402961" y="530631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9402961" y="548014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Sequence Trail — 7 languages</dc:title>
  <dc:creator>TCEA / Miguel Guhlin</dc:creator>
  <cp:lastModifiedBy>TCEA</cp:lastModifiedBy>
</cp:coreProperties>
</file>