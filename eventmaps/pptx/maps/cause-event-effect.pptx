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 → Event → Effect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y was it important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8" name="What caused it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</p:txBody>
      </p:sp>
      <p:sp>
        <p:nvSpPr>
          <p:cNvPr id="9" name="The Event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Immediate Effects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Effects</a:t>
            </a:r>
          </a:p>
        </p:txBody>
      </p:sp>
      <p:sp>
        <p:nvSpPr>
          <p:cNvPr id="11" name="Who was involved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2" name="Later / Long-Term Effects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Later / Long-Term Effects</a:t>
            </a:r>
          </a:p>
          <a:p>
            <a:pPr algn="l"/>
            <a:endParaRPr lang="en-US"/>
          </a:p>
        </p:txBody>
      </p:sp>
      <p:sp>
        <p:nvSpPr>
          <p:cNvPr id="13" name="What can you conclude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 → Evento → Efecto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Por qué fue importante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8" name="¿Qué lo causó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</p:txBody>
      </p:sp>
      <p:sp>
        <p:nvSpPr>
          <p:cNvPr id="9" name="El evento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Efectos inmediatos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</p:txBody>
      </p:sp>
      <p:sp>
        <p:nvSpPr>
          <p:cNvPr id="11" name="¿Quiénes participaron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→ Sự kiện → Hệ quả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Vì sao quan trọng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8" name="Điều gì gây ra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</p:txBody>
      </p:sp>
      <p:sp>
        <p:nvSpPr>
          <p:cNvPr id="9" name="Sự kiện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Tác động ngay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</p:txBody>
      </p:sp>
      <p:sp>
        <p:nvSpPr>
          <p:cNvPr id="11" name="Ai tham gia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 → 事件 → 结果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为什么重要？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8" name="是什么导致的？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</p:txBody>
      </p:sp>
      <p:sp>
        <p:nvSpPr>
          <p:cNvPr id="9" name="事件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直接影响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</p:txBody>
      </p:sp>
      <p:sp>
        <p:nvSpPr>
          <p:cNvPr id="11" name="谁参与了？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→ घटना → प्रभाव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महत्वपूर्ण क्यों था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8" name="यह क्यों हुआ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</p:txBody>
      </p:sp>
      <p:sp>
        <p:nvSpPr>
          <p:cNvPr id="9" name="घटना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तुरंत प्रभाव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</p:txBody>
      </p:sp>
      <p:sp>
        <p:nvSpPr>
          <p:cNvPr id="11" name="कौन शामिल था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السبب ← الحدث ← الأثر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لماذا كان مهمً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8" name="ما الذي سببه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</p:txBody>
      </p:sp>
      <p:sp>
        <p:nvSpPr>
          <p:cNvPr id="9" name="الحدث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الآثار الفورية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</p:txBody>
      </p:sp>
      <p:sp>
        <p:nvSpPr>
          <p:cNvPr id="11" name="من شارك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وجہ ← واقعہ ← اثر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یہ اہم کیوں تھ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8" name="اس کی وجہ کیا تھی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</p:txBody>
      </p:sp>
      <p:sp>
        <p:nvSpPr>
          <p:cNvPr id="9" name="واقعہ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فوری اثرات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</p:txBody>
      </p:sp>
      <p:sp>
        <p:nvSpPr>
          <p:cNvPr id="11" name="کون شامل تھا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 → Event → Effect — 7 languages</dc:title>
  <dc:creator>TCEA / Miguel Guhlin</dc:creator>
  <cp:lastModifiedBy>TCEA</cp:lastModifiedBy>
</cp:coreProperties>
</file>