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Evidence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ource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1</a:t>
            </a:r>
          </a:p>
          <a:p>
            <a:pPr algn="l"/>
            <a:endParaRPr lang="en-US"/>
          </a:p>
        </p:txBody>
      </p:sp>
      <p:sp>
        <p:nvSpPr>
          <p:cNvPr id="8" name="Useful fact or evidence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9" name="Source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2</a:t>
            </a:r>
          </a:p>
          <a:p>
            <a:pPr algn="l"/>
            <a:endParaRPr lang="en-US"/>
          </a:p>
        </p:txBody>
      </p:sp>
      <p:sp>
        <p:nvSpPr>
          <p:cNvPr id="10" name="Useful fact or evidence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11" name="Source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Source 3</a:t>
            </a:r>
          </a:p>
          <a:p>
            <a:pPr algn="l"/>
            <a:endParaRPr lang="en-US"/>
          </a:p>
        </p:txBody>
      </p:sp>
      <p:sp>
        <p:nvSpPr>
          <p:cNvPr id="12" name="Useful fact or evidence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Useful fact or evidence</a:t>
            </a:r>
          </a:p>
          <a:p>
            <a:pPr algn="l"/>
            <a:endParaRPr lang="en-US"/>
          </a:p>
        </p:txBody>
      </p:sp>
      <p:sp>
        <p:nvSpPr>
          <p:cNvPr id="13" name="What can you conclude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evidencias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Fuente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8" name="Dato o evidencia útil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9" name="Fuente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0" name="Dato o evidencia útil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1" name="Fuente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2" name="Dato o evidencia útil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ồn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8" name="Chi tiết hoặc bằng chứng hữu ích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9" name="Nguồn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0" name="Chi tiết hoặc bằng chứng hữu ích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1" name="Nguồn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2" name="Chi tiết hoặc bằng chứng hữu ích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事件证据图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资料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8" name="有用的事实或证据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9" name="资料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0" name="有用的事实或证据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1" name="资料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2" name="有用的事实或证据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प्रमाण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्रोत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1</a:t>
            </a:r>
          </a:p>
          <a:p>
            <a:pPr algn="l"/>
            <a:endParaRPr lang="en-US"/>
          </a:p>
        </p:txBody>
      </p:sp>
      <p:sp>
        <p:nvSpPr>
          <p:cNvPr id="8" name="उपयोगी तथ्य या प्रमाण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9" name="स्रोत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2</a:t>
            </a:r>
          </a:p>
          <a:p>
            <a:pPr algn="l"/>
            <a:endParaRPr lang="en-US"/>
          </a:p>
        </p:txBody>
      </p:sp>
      <p:sp>
        <p:nvSpPr>
          <p:cNvPr id="10" name="उपयोगी तथ्य या प्रमाण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1" name="स्रोत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स्रोत 3</a:t>
            </a:r>
          </a:p>
          <a:p>
            <a:pPr algn="l"/>
            <a:endParaRPr lang="en-US"/>
          </a:p>
        </p:txBody>
      </p:sp>
      <p:sp>
        <p:nvSpPr>
          <p:cNvPr id="12" name="उपयोगी तथ्य या प्रमाण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उपयोगी तथ्य या प्रमाण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أدلة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صدر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8" name="حقيقة أو دليل مفيد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9" name="المصدر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0" name="حقيقة أو دليل مفيد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1" name="المصدر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2" name="حقيقة أو دليل مفيد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ثبوت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ذریعہ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1</a:t>
            </a:r>
          </a:p>
          <a:p>
            <a:pPr algn="l" rtl="1"/>
            <a:endParaRPr lang="en-US"/>
          </a:p>
        </p:txBody>
      </p:sp>
      <p:sp>
        <p:nvSpPr>
          <p:cNvPr id="8" name="مفید حقیقت یا ثبوت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9" name="ذریعہ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2</a:t>
            </a:r>
          </a:p>
          <a:p>
            <a:pPr algn="l" rtl="1"/>
            <a:endParaRPr lang="en-US"/>
          </a:p>
        </p:txBody>
      </p:sp>
      <p:sp>
        <p:nvSpPr>
          <p:cNvPr id="10" name="مفید حقیقت یا ثبوت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1" name="ذریعہ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ذریعہ 3</a:t>
            </a:r>
          </a:p>
          <a:p>
            <a:pPr algn="l" rtl="1"/>
            <a:endParaRPr lang="en-US"/>
          </a:p>
        </p:txBody>
      </p:sp>
      <p:sp>
        <p:nvSpPr>
          <p:cNvPr id="12" name="مفید حقیقت یا ثبوت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مفید حقیقت یا ثبوت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Evidence Map — 7 languages</dc:title>
  <dc:creator>TCEA / Miguel Guhlin</dc:creator>
  <cp:lastModifiedBy>TCEA</cp:lastModifiedBy>
</cp:coreProperties>
</file>