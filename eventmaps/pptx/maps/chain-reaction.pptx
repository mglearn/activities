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Chain Reaction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tio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1</a:t>
            </a:r>
          </a:p>
          <a:p>
            <a:pPr algn="l"/>
            <a:endParaRPr lang="en-US"/>
          </a:p>
        </p:txBody>
      </p:sp>
      <p:sp>
        <p:nvSpPr>
          <p:cNvPr id="8" name="Reactio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1</a:t>
            </a:r>
          </a:p>
          <a:p>
            <a:pPr algn="l"/>
            <a:endParaRPr lang="en-US"/>
          </a:p>
        </p:txBody>
      </p:sp>
      <p:sp>
        <p:nvSpPr>
          <p:cNvPr id="9" name="Actio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 2</a:t>
            </a:r>
          </a:p>
          <a:p>
            <a:pPr algn="l"/>
            <a:endParaRPr lang="en-US"/>
          </a:p>
        </p:txBody>
      </p:sp>
      <p:sp>
        <p:nvSpPr>
          <p:cNvPr id="10" name="Reactio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Reaction 2</a:t>
            </a:r>
          </a:p>
          <a:p>
            <a:pPr algn="l"/>
            <a:endParaRPr lang="en-US"/>
          </a:p>
        </p:txBody>
      </p:sp>
      <p:sp>
        <p:nvSpPr>
          <p:cNvPr id="11" name="Crisis / Turning Poin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Turning Point</a:t>
            </a:r>
          </a:p>
          <a:p>
            <a:pPr algn="l"/>
            <a:endParaRPr lang="en-US"/>
          </a:p>
        </p:txBody>
      </p:sp>
      <p:sp>
        <p:nvSpPr>
          <p:cNvPr id="12" name="Result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sp>
        <p:nvSpPr>
          <p:cNvPr id="13" name="Which link mattered most?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Which link mattered most?</a:t>
            </a:r>
          </a:p>
          <a:p>
            <a:pPr algn="l"/>
            <a:endParaRPr lang="en-US"/>
          </a:p>
        </p:txBody>
      </p:sp>
      <p:sp>
        <p:nvSpPr>
          <p:cNvPr id="14" name="Evidence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Reacción en cadena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ció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1</a:t>
            </a:r>
          </a:p>
          <a:p>
            <a:pPr algn="l"/>
            <a:endParaRPr lang="en-US"/>
          </a:p>
        </p:txBody>
      </p:sp>
      <p:sp>
        <p:nvSpPr>
          <p:cNvPr id="8" name="Reacció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1</a:t>
            </a:r>
          </a:p>
          <a:p>
            <a:pPr algn="l"/>
            <a:endParaRPr lang="en-US"/>
          </a:p>
        </p:txBody>
      </p:sp>
      <p:sp>
        <p:nvSpPr>
          <p:cNvPr id="9" name="Acció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2</a:t>
            </a:r>
          </a:p>
          <a:p>
            <a:pPr algn="l"/>
            <a:endParaRPr lang="en-US"/>
          </a:p>
        </p:txBody>
      </p:sp>
      <p:sp>
        <p:nvSpPr>
          <p:cNvPr id="10" name="Reacció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2</a:t>
            </a:r>
          </a:p>
          <a:p>
            <a:pPr algn="l"/>
            <a:endParaRPr lang="en-US"/>
          </a:p>
        </p:txBody>
      </p:sp>
      <p:sp>
        <p:nvSpPr>
          <p:cNvPr id="11" name="Crisis / Punto de inflexión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Punto de inflexión</a:t>
            </a:r>
          </a:p>
          <a:p>
            <a:pPr algn="l"/>
            <a:endParaRPr lang="en-US"/>
          </a:p>
        </p:txBody>
      </p:sp>
      <p:sp>
        <p:nvSpPr>
          <p:cNvPr id="12" name="Resultado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3" name="Eslabón más importante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Eslabón más importante</a:t>
            </a:r>
          </a:p>
          <a:p>
            <a:pPr algn="l"/>
            <a:endParaRPr lang="en-US"/>
          </a:p>
        </p:txBody>
      </p:sp>
      <p:sp>
        <p:nvSpPr>
          <p:cNvPr id="14" name="Evidencia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Chuỗi phản 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ành động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1</a:t>
            </a:r>
          </a:p>
          <a:p>
            <a:pPr algn="l"/>
            <a:endParaRPr lang="en-US"/>
          </a:p>
        </p:txBody>
      </p:sp>
      <p:sp>
        <p:nvSpPr>
          <p:cNvPr id="8" name="Phản ứng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1</a:t>
            </a:r>
          </a:p>
          <a:p>
            <a:pPr algn="l"/>
            <a:endParaRPr lang="en-US"/>
          </a:p>
        </p:txBody>
      </p:sp>
      <p:sp>
        <p:nvSpPr>
          <p:cNvPr id="9" name="Hành động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2</a:t>
            </a:r>
          </a:p>
          <a:p>
            <a:pPr algn="l"/>
            <a:endParaRPr lang="en-US"/>
          </a:p>
        </p:txBody>
      </p:sp>
      <p:sp>
        <p:nvSpPr>
          <p:cNvPr id="10" name="Phản ứng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2</a:t>
            </a:r>
          </a:p>
          <a:p>
            <a:pPr algn="l"/>
            <a:endParaRPr lang="en-US"/>
          </a:p>
        </p:txBody>
      </p:sp>
      <p:sp>
        <p:nvSpPr>
          <p:cNvPr id="11" name="Khủng hoảng / Bước ngoặ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Khủng hoảng / Bước ngoặt</a:t>
            </a:r>
          </a:p>
          <a:p>
            <a:pPr algn="l"/>
            <a:endParaRPr lang="en-US"/>
          </a:p>
        </p:txBody>
      </p:sp>
      <p:sp>
        <p:nvSpPr>
          <p:cNvPr id="12" name="Kết quả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3" name="Mắt xích quan trọng nhất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Mắt xích quan trọng nhất</a:t>
            </a:r>
          </a:p>
          <a:p>
            <a:pPr algn="l"/>
            <a:endParaRPr lang="en-US"/>
          </a:p>
        </p:txBody>
      </p:sp>
      <p:sp>
        <p:nvSpPr>
          <p:cNvPr id="14" name="Bằng chứng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事件连锁反应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行动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1</a:t>
            </a:r>
          </a:p>
          <a:p>
            <a:pPr algn="l"/>
            <a:endParaRPr lang="en-US"/>
          </a:p>
        </p:txBody>
      </p:sp>
      <p:sp>
        <p:nvSpPr>
          <p:cNvPr id="8" name="反应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1</a:t>
            </a:r>
          </a:p>
          <a:p>
            <a:pPr algn="l"/>
            <a:endParaRPr lang="en-US"/>
          </a:p>
        </p:txBody>
      </p:sp>
      <p:sp>
        <p:nvSpPr>
          <p:cNvPr id="9" name="行动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2</a:t>
            </a:r>
          </a:p>
          <a:p>
            <a:pPr algn="l"/>
            <a:endParaRPr lang="en-US"/>
          </a:p>
        </p:txBody>
      </p:sp>
      <p:sp>
        <p:nvSpPr>
          <p:cNvPr id="10" name="反应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2</a:t>
            </a:r>
          </a:p>
          <a:p>
            <a:pPr algn="l"/>
            <a:endParaRPr lang="en-US"/>
          </a:p>
        </p:txBody>
      </p:sp>
      <p:sp>
        <p:nvSpPr>
          <p:cNvPr id="11" name="危机 / 转折点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危机 / 转折点</a:t>
            </a:r>
          </a:p>
          <a:p>
            <a:pPr algn="l"/>
            <a:endParaRPr lang="en-US"/>
          </a:p>
        </p:txBody>
      </p:sp>
      <p:sp>
        <p:nvSpPr>
          <p:cNvPr id="12" name="结果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3" name="最重要的环节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最重要的环节</a:t>
            </a:r>
          </a:p>
          <a:p>
            <a:pPr algn="l"/>
            <a:endParaRPr lang="en-US"/>
          </a:p>
        </p:txBody>
      </p:sp>
      <p:sp>
        <p:nvSpPr>
          <p:cNvPr id="14" name="证据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श्रृंखला प्रतिक्रिया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ार्रवाई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1</a:t>
            </a:r>
          </a:p>
          <a:p>
            <a:pPr algn="l"/>
            <a:endParaRPr lang="en-US"/>
          </a:p>
        </p:txBody>
      </p:sp>
      <p:sp>
        <p:nvSpPr>
          <p:cNvPr id="8" name="प्रतिक्रिया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1</a:t>
            </a:r>
          </a:p>
          <a:p>
            <a:pPr algn="l"/>
            <a:endParaRPr lang="en-US"/>
          </a:p>
        </p:txBody>
      </p:sp>
      <p:sp>
        <p:nvSpPr>
          <p:cNvPr id="9" name="कार्रवाई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कार्रवाई 2</a:t>
            </a:r>
          </a:p>
          <a:p>
            <a:pPr algn="l"/>
            <a:endParaRPr lang="en-US"/>
          </a:p>
        </p:txBody>
      </p:sp>
      <p:sp>
        <p:nvSpPr>
          <p:cNvPr id="10" name="प्रतिक्रिया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प्रतिक्रिया 2</a:t>
            </a:r>
          </a:p>
          <a:p>
            <a:pPr algn="l"/>
            <a:endParaRPr lang="en-US"/>
          </a:p>
        </p:txBody>
      </p:sp>
      <p:sp>
        <p:nvSpPr>
          <p:cNvPr id="11" name="संकट / मोड़ बिंदु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संकट / मोड़ बिंदु</a:t>
            </a:r>
          </a:p>
          <a:p>
            <a:pPr algn="l"/>
            <a:endParaRPr lang="en-US"/>
          </a:p>
        </p:txBody>
      </p:sp>
      <p:sp>
        <p:nvSpPr>
          <p:cNvPr id="12" name="परिणाम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3" name="सबसे महत्वपूर्ण कड़ी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सबसे महत्वपूर्ण कड़ी</a:t>
            </a:r>
          </a:p>
          <a:p>
            <a:pPr algn="l"/>
            <a:endParaRPr lang="en-US"/>
          </a:p>
        </p:txBody>
      </p:sp>
      <p:sp>
        <p:nvSpPr>
          <p:cNvPr id="14" name="प्रमाण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سلسلة ردود الفعل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إجراء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1</a:t>
            </a:r>
          </a:p>
          <a:p>
            <a:pPr algn="l" rtl="1"/>
            <a:endParaRPr lang="en-US"/>
          </a:p>
        </p:txBody>
      </p:sp>
      <p:sp>
        <p:nvSpPr>
          <p:cNvPr id="8" name="رد الفع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1</a:t>
            </a:r>
          </a:p>
          <a:p>
            <a:pPr algn="l" rtl="1"/>
            <a:endParaRPr lang="en-US"/>
          </a:p>
        </p:txBody>
      </p:sp>
      <p:sp>
        <p:nvSpPr>
          <p:cNvPr id="9" name="الإجراء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2</a:t>
            </a:r>
          </a:p>
          <a:p>
            <a:pPr algn="l" rtl="1"/>
            <a:endParaRPr lang="en-US"/>
          </a:p>
        </p:txBody>
      </p:sp>
      <p:sp>
        <p:nvSpPr>
          <p:cNvPr id="10" name="رد الفع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2</a:t>
            </a:r>
          </a:p>
          <a:p>
            <a:pPr algn="l" rtl="1"/>
            <a:endParaRPr lang="en-US"/>
          </a:p>
        </p:txBody>
      </p:sp>
      <p:sp>
        <p:nvSpPr>
          <p:cNvPr id="11" name="أزمة / نقطة تحوّل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أزمة / نقطة تحوّل</a:t>
            </a:r>
          </a:p>
          <a:p>
            <a:pPr algn="l" rtl="1"/>
            <a:endParaRPr lang="en-US"/>
          </a:p>
        </p:txBody>
      </p:sp>
      <p:sp>
        <p:nvSpPr>
          <p:cNvPr id="12" name="النتيجة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3" name="الحلقة الأكثر أهمية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الحلقة الأكثر أهمية</a:t>
            </a:r>
          </a:p>
          <a:p>
            <a:pPr algn="l" rtl="1"/>
            <a:endParaRPr lang="en-US"/>
          </a:p>
        </p:txBody>
      </p:sp>
      <p:sp>
        <p:nvSpPr>
          <p:cNvPr id="14" name="الدليل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زنجیری ردعمل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کارروائی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1</a:t>
            </a:r>
          </a:p>
          <a:p>
            <a:pPr algn="l" rtl="1"/>
            <a:endParaRPr lang="en-US"/>
          </a:p>
        </p:txBody>
      </p:sp>
      <p:sp>
        <p:nvSpPr>
          <p:cNvPr id="8" name="ردِعم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1</a:t>
            </a:r>
          </a:p>
          <a:p>
            <a:pPr algn="l" rtl="1"/>
            <a:endParaRPr lang="en-US"/>
          </a:p>
        </p:txBody>
      </p:sp>
      <p:sp>
        <p:nvSpPr>
          <p:cNvPr id="9" name="کارروائی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کارروائی 2</a:t>
            </a:r>
          </a:p>
          <a:p>
            <a:pPr algn="l" rtl="1"/>
            <a:endParaRPr lang="en-US"/>
          </a:p>
        </p:txBody>
      </p:sp>
      <p:sp>
        <p:nvSpPr>
          <p:cNvPr id="10" name="ردِعم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ردِعمل 2</a:t>
            </a:r>
          </a:p>
          <a:p>
            <a:pPr algn="l" rtl="1"/>
            <a:endParaRPr lang="en-US"/>
          </a:p>
        </p:txBody>
      </p:sp>
      <p:sp>
        <p:nvSpPr>
          <p:cNvPr id="11" name="بحران / اہم موڑ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بحران / اہم موڑ</a:t>
            </a:r>
          </a:p>
          <a:p>
            <a:pPr algn="l" rtl="1"/>
            <a:endParaRPr lang="en-US"/>
          </a:p>
        </p:txBody>
      </p:sp>
      <p:sp>
        <p:nvSpPr>
          <p:cNvPr id="12" name="نتیجہ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3" name="سب سے اہم کڑی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سب سے اہم کڑی</a:t>
            </a:r>
          </a:p>
          <a:p>
            <a:pPr algn="l" rtl="1"/>
            <a:endParaRPr lang="en-US"/>
          </a:p>
        </p:txBody>
      </p:sp>
      <p:sp>
        <p:nvSpPr>
          <p:cNvPr id="14" name="ثبوت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Chain Reaction — 7 languages</dc:title>
  <dc:creator>TCEA / Miguel Guhlin</dc:creator>
  <cp:lastModifiedBy>TCEA</cp:lastModifiedBy>
</cp:coreProperties>
</file>