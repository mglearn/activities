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Place Matters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hysical Features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Physical Features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Human Features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Human Features</a:t>
            </a:r>
          </a:p>
          <a:p>
            <a:pPr algn="l"/>
            <a:endParaRPr lang="en-US"/>
          </a:p>
        </p:txBody>
      </p:sp>
      <p:sp>
        <p:nvSpPr>
          <p:cNvPr id="10" name="Why did it happen here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did it happen here?</a:t>
            </a:r>
          </a:p>
          <a:p>
            <a:pPr algn="l"/>
            <a:endParaRPr lang="en-US"/>
          </a:p>
        </p:txBody>
      </p:sp>
      <p:sp>
        <p:nvSpPr>
          <p:cNvPr id="11" name="Movement / Routes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Movement / Routes</a:t>
            </a:r>
          </a:p>
          <a:p>
            <a:pPr algn="l"/>
            <a:endParaRPr lang="en-US"/>
          </a:p>
        </p:txBody>
      </p:sp>
      <p:sp>
        <p:nvSpPr>
          <p:cNvPr id="12" name="How did place affect the event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How did place affect the event?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El lugar importa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racterísticas físicas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Características físicas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Características humanas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Características humanas</a:t>
            </a:r>
          </a:p>
          <a:p>
            <a:pPr algn="l"/>
            <a:endParaRPr lang="en-US"/>
          </a:p>
        </p:txBody>
      </p:sp>
      <p:sp>
        <p:nvSpPr>
          <p:cNvPr id="10" name="¿Por qué ocurrió aquí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ocurrió aquí?</a:t>
            </a:r>
          </a:p>
          <a:p>
            <a:pPr algn="l"/>
            <a:endParaRPr lang="en-US"/>
          </a:p>
        </p:txBody>
      </p:sp>
      <p:sp>
        <p:nvSpPr>
          <p:cNvPr id="11" name="Movimiento / Rutas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Movimiento / Rutas</a:t>
            </a:r>
          </a:p>
          <a:p>
            <a:pPr algn="l"/>
            <a:endParaRPr lang="en-US"/>
          </a:p>
        </p:txBody>
      </p:sp>
      <p:sp>
        <p:nvSpPr>
          <p:cNvPr id="12" name="¿Cómo influyó el lugar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¿Cómo influyó el lugar?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Địa điểm quan trọng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ặc điểm tự nhiên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Đặc điểm tự nhiên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Đặc điểm con người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Đặc điểm con người</a:t>
            </a:r>
          </a:p>
          <a:p>
            <a:pPr algn="l"/>
            <a:endParaRPr lang="en-US"/>
          </a:p>
        </p:txBody>
      </p:sp>
      <p:sp>
        <p:nvSpPr>
          <p:cNvPr id="10" name="Vì sao xảy ra ở đây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xảy ra ở đây?</a:t>
            </a:r>
          </a:p>
          <a:p>
            <a:pPr algn="l"/>
            <a:endParaRPr lang="en-US"/>
          </a:p>
        </p:txBody>
      </p:sp>
      <p:sp>
        <p:nvSpPr>
          <p:cNvPr id="11" name="Di chuyển / Tuyến đường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Di chuyển / Tuyến đường</a:t>
            </a:r>
          </a:p>
          <a:p>
            <a:pPr algn="l"/>
            <a:endParaRPr lang="en-US"/>
          </a:p>
        </p:txBody>
      </p:sp>
      <p:sp>
        <p:nvSpPr>
          <p:cNvPr id="12" name="Địa điểm ảnh hưởng thế nào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điểm ảnh hưởng thế nào?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地点的重要性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自然地理特征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自然地理特征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人文地理特征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人文地理特征</a:t>
            </a:r>
          </a:p>
          <a:p>
            <a:pPr algn="l"/>
            <a:endParaRPr lang="en-US"/>
          </a:p>
        </p:txBody>
      </p:sp>
      <p:sp>
        <p:nvSpPr>
          <p:cNvPr id="10" name="为什么发生在这里？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为什么发生在这里？</a:t>
            </a:r>
          </a:p>
          <a:p>
            <a:pPr algn="l"/>
            <a:endParaRPr lang="en-US"/>
          </a:p>
        </p:txBody>
      </p:sp>
      <p:sp>
        <p:nvSpPr>
          <p:cNvPr id="11" name="移动 / 路线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移动 / 路线</a:t>
            </a:r>
          </a:p>
          <a:p>
            <a:pPr algn="l"/>
            <a:endParaRPr lang="en-US"/>
          </a:p>
        </p:txBody>
      </p:sp>
      <p:sp>
        <p:nvSpPr>
          <p:cNvPr id="12" name="地点怎样影响事件？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地点怎样影响事件？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स्थान क्यों महत्वपूर्ण है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भौतिक विशेषताएँ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भौतिक विशेषताएँ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मानवीय विशेषताएँ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मानवीय विशेषताएँ</a:t>
            </a:r>
          </a:p>
          <a:p>
            <a:pPr algn="l"/>
            <a:endParaRPr lang="en-US"/>
          </a:p>
        </p:txBody>
      </p:sp>
      <p:sp>
        <p:nvSpPr>
          <p:cNvPr id="10" name="यह यहाँ क्यों हुआ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यहाँ क्यों हुआ?</a:t>
            </a:r>
          </a:p>
          <a:p>
            <a:pPr algn="l"/>
            <a:endParaRPr lang="en-US"/>
          </a:p>
        </p:txBody>
      </p:sp>
      <p:sp>
        <p:nvSpPr>
          <p:cNvPr id="11" name="आवागमन / मार्ग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आवागमन / मार्ग</a:t>
            </a:r>
          </a:p>
          <a:p>
            <a:pPr algn="l"/>
            <a:endParaRPr lang="en-US"/>
          </a:p>
        </p:txBody>
      </p:sp>
      <p:sp>
        <p:nvSpPr>
          <p:cNvPr id="12" name="स्थान ने घटना को कैसे प्रभावित किया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स्थान ने घटना को कैसे प्रभावित किया?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أهمية المكان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خصائص الطبيعية"/>
          <p:cNvSpPr/>
          <p:nvPr/>
        </p:nvSpPr>
        <p:spPr>
          <a:xfrm>
            <a:off x="6467773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الخصائص الطبيعية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682157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خصائص البشرية"/>
          <p:cNvSpPr/>
          <p:nvPr/>
        </p:nvSpPr>
        <p:spPr>
          <a:xfrm>
            <a:off x="420886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الخصائص البشرية</a:t>
            </a:r>
          </a:p>
          <a:p>
            <a:pPr algn="l" rtl="1"/>
            <a:endParaRPr lang="en-US"/>
          </a:p>
        </p:txBody>
      </p:sp>
      <p:sp>
        <p:nvSpPr>
          <p:cNvPr id="10" name="لماذا حدث هنا؟"/>
          <p:cNvSpPr/>
          <p:nvPr/>
        </p:nvSpPr>
        <p:spPr>
          <a:xfrm>
            <a:off x="6467773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حدث هنا؟</a:t>
            </a:r>
          </a:p>
          <a:p>
            <a:pPr algn="l" rtl="1"/>
            <a:endParaRPr lang="en-US"/>
          </a:p>
        </p:txBody>
      </p:sp>
      <p:sp>
        <p:nvSpPr>
          <p:cNvPr id="11" name="الحركة / الطرق"/>
          <p:cNvSpPr/>
          <p:nvPr/>
        </p:nvSpPr>
        <p:spPr>
          <a:xfrm>
            <a:off x="3682157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الحركة / الطرق</a:t>
            </a:r>
          </a:p>
          <a:p>
            <a:pPr algn="l" rtl="1"/>
            <a:endParaRPr lang="en-US"/>
          </a:p>
        </p:txBody>
      </p:sp>
      <p:sp>
        <p:nvSpPr>
          <p:cNvPr id="12" name="كيف أثّر المكان في الحدث؟"/>
          <p:cNvSpPr/>
          <p:nvPr/>
        </p:nvSpPr>
        <p:spPr>
          <a:xfrm>
            <a:off x="420886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كيف أثّر المكان في الحدث؟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مقام کی اہمیت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درتی خصوصیات"/>
          <p:cNvSpPr/>
          <p:nvPr/>
        </p:nvSpPr>
        <p:spPr>
          <a:xfrm>
            <a:off x="6467773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قدرتی خصوصیات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682157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انسانی خصوصیات"/>
          <p:cNvSpPr/>
          <p:nvPr/>
        </p:nvSpPr>
        <p:spPr>
          <a:xfrm>
            <a:off x="420886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انسانی خصوصیات</a:t>
            </a:r>
          </a:p>
          <a:p>
            <a:pPr algn="l" rtl="1"/>
            <a:endParaRPr lang="en-US"/>
          </a:p>
        </p:txBody>
      </p:sp>
      <p:sp>
        <p:nvSpPr>
          <p:cNvPr id="10" name="یہ یہاں کیوں ہوا؟"/>
          <p:cNvSpPr/>
          <p:nvPr/>
        </p:nvSpPr>
        <p:spPr>
          <a:xfrm>
            <a:off x="6467773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یہاں کیوں ہوا؟</a:t>
            </a:r>
          </a:p>
          <a:p>
            <a:pPr algn="l" rtl="1"/>
            <a:endParaRPr lang="en-US"/>
          </a:p>
        </p:txBody>
      </p:sp>
      <p:sp>
        <p:nvSpPr>
          <p:cNvPr id="11" name="حرکت / راستے"/>
          <p:cNvSpPr/>
          <p:nvPr/>
        </p:nvSpPr>
        <p:spPr>
          <a:xfrm>
            <a:off x="3682157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حرکت / راستے</a:t>
            </a:r>
          </a:p>
          <a:p>
            <a:pPr algn="l" rtl="1"/>
            <a:endParaRPr lang="en-US"/>
          </a:p>
        </p:txBody>
      </p:sp>
      <p:sp>
        <p:nvSpPr>
          <p:cNvPr id="12" name="جگہ نے واقعے کو کیسے متاثر کیا؟"/>
          <p:cNvSpPr/>
          <p:nvPr/>
        </p:nvSpPr>
        <p:spPr>
          <a:xfrm>
            <a:off x="420886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جگہ نے واقعے کو کیسے متاثر کیا؟</a:t>
            </a:r>
          </a:p>
          <a:p>
            <a:pPr algn="l" rtl="1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 Matters — 7 languages</dc:title>
  <dc:creator>TCEA / Miguel Guhlin</dc:creator>
  <cp:lastModifiedBy>TCEA</cp:lastModifiedBy>
</cp:coreProperties>
</file>