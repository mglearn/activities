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Historical Evidence Dossier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Question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Question</a:t>
            </a:r>
          </a:p>
          <a:p>
            <a:pPr algn="l"/>
            <a:endParaRPr lang="en-US"/>
          </a:p>
        </p:txBody>
      </p:sp>
      <p:sp>
        <p:nvSpPr>
          <p:cNvPr id="8" name="Sourc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9" name="Evidence from Sourc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1</a:t>
            </a:r>
          </a:p>
          <a:p>
            <a:pPr algn="l"/>
            <a:endParaRPr lang="en-US"/>
          </a:p>
        </p:txBody>
      </p:sp>
      <p:sp>
        <p:nvSpPr>
          <p:cNvPr id="10" name="Reliability / Limitatio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1" name="Sourc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2" name="Evidence from Sourc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2</a:t>
            </a:r>
          </a:p>
          <a:p>
            <a:pPr algn="l"/>
            <a:endParaRPr lang="en-US"/>
          </a:p>
        </p:txBody>
      </p:sp>
      <p:sp>
        <p:nvSpPr>
          <p:cNvPr id="13" name="Reliability / Limitatio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4" name="Sourc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5" name="Evidence from Sourc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3</a:t>
            </a:r>
          </a:p>
          <a:p>
            <a:pPr algn="l"/>
            <a:endParaRPr lang="en-US"/>
          </a:p>
        </p:txBody>
      </p:sp>
      <p:sp>
        <p:nvSpPr>
          <p:cNvPr id="16" name="Reliability / Limitatio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7" name="Conflicting / Missing Evidenc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Conflicting / Missing Evidence</a:t>
            </a:r>
          </a:p>
          <a:p>
            <a:pPr algn="l"/>
            <a:endParaRPr lang="en-US"/>
          </a:p>
        </p:txBody>
      </p:sp>
      <p:sp>
        <p:nvSpPr>
          <p:cNvPr id="18" name="Working Conclusion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Working Conclusion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Expediente de evidencia histórica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regunta histórica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Pregunta histórica</a:t>
            </a:r>
          </a:p>
          <a:p>
            <a:pPr algn="l"/>
            <a:endParaRPr lang="en-US"/>
          </a:p>
        </p:txBody>
      </p:sp>
      <p:sp>
        <p:nvSpPr>
          <p:cNvPr id="8" name="Fuent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9" name="Evidencia de la fuent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1</a:t>
            </a:r>
          </a:p>
          <a:p>
            <a:pPr algn="l"/>
            <a:endParaRPr lang="en-US"/>
          </a:p>
        </p:txBody>
      </p:sp>
      <p:sp>
        <p:nvSpPr>
          <p:cNvPr id="10" name="Confiabilidad / Limitació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1" name="Fuent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2" name="Evidencia de la fuent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2</a:t>
            </a:r>
          </a:p>
          <a:p>
            <a:pPr algn="l"/>
            <a:endParaRPr lang="en-US"/>
          </a:p>
        </p:txBody>
      </p:sp>
      <p:sp>
        <p:nvSpPr>
          <p:cNvPr id="13" name="Confiabilidad / Limitació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4" name="Fuent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5" name="Evidencia de la fuent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3</a:t>
            </a:r>
          </a:p>
          <a:p>
            <a:pPr algn="l"/>
            <a:endParaRPr lang="en-US"/>
          </a:p>
        </p:txBody>
      </p:sp>
      <p:sp>
        <p:nvSpPr>
          <p:cNvPr id="16" name="Confiabilidad / Limitació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7" name="Evidencia contradictoria / faltant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contradictoria / faltante</a:t>
            </a:r>
          </a:p>
          <a:p>
            <a:pPr algn="l"/>
            <a:endParaRPr lang="en-US"/>
          </a:p>
        </p:txBody>
      </p:sp>
      <p:sp>
        <p:nvSpPr>
          <p:cNvPr id="18" name="Conclusión provisional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Conclusión provisional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Hồ sơ bằng chứng lịch sử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âu hỏi lịch sử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Câu hỏi lịch sử</a:t>
            </a:r>
          </a:p>
          <a:p>
            <a:pPr algn="l"/>
            <a:endParaRPr lang="en-US"/>
          </a:p>
        </p:txBody>
      </p:sp>
      <p:sp>
        <p:nvSpPr>
          <p:cNvPr id="8" name="Nguồn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9" name="Bằng chứng từ Nguồn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1</a:t>
            </a:r>
          </a:p>
          <a:p>
            <a:pPr algn="l"/>
            <a:endParaRPr lang="en-US"/>
          </a:p>
        </p:txBody>
      </p:sp>
      <p:sp>
        <p:nvSpPr>
          <p:cNvPr id="10" name="Độ tin cậy / Hạn chế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1" name="Nguồn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2" name="Bằng chứng từ Nguồn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2</a:t>
            </a:r>
          </a:p>
          <a:p>
            <a:pPr algn="l"/>
            <a:endParaRPr lang="en-US"/>
          </a:p>
        </p:txBody>
      </p:sp>
      <p:sp>
        <p:nvSpPr>
          <p:cNvPr id="13" name="Độ tin cậy / Hạn chế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4" name="Nguồn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5" name="Bằng chứng từ Nguồn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3</a:t>
            </a:r>
          </a:p>
          <a:p>
            <a:pPr algn="l"/>
            <a:endParaRPr lang="en-US"/>
          </a:p>
        </p:txBody>
      </p:sp>
      <p:sp>
        <p:nvSpPr>
          <p:cNvPr id="16" name="Độ tin cậy / Hạn chế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7" name="Bằng chứng mâu thuẫn / còn thiếu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mâu thuẫn / còn thiếu</a:t>
            </a:r>
          </a:p>
          <a:p>
            <a:pPr algn="l"/>
            <a:endParaRPr lang="en-US"/>
          </a:p>
        </p:txBody>
      </p:sp>
      <p:sp>
        <p:nvSpPr>
          <p:cNvPr id="18" name="Kết luận tạm thời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luận tạm thời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历史证据档案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问题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历史问题</a:t>
            </a:r>
          </a:p>
          <a:p>
            <a:pPr algn="l"/>
            <a:endParaRPr lang="en-US"/>
          </a:p>
        </p:txBody>
      </p:sp>
      <p:sp>
        <p:nvSpPr>
          <p:cNvPr id="8" name="资料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9" name="来源 1 的证据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1 的证据</a:t>
            </a:r>
          </a:p>
          <a:p>
            <a:pPr algn="l"/>
            <a:endParaRPr lang="en-US"/>
          </a:p>
        </p:txBody>
      </p:sp>
      <p:sp>
        <p:nvSpPr>
          <p:cNvPr id="10" name="可靠性 / 局限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1" name="资料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2" name="来源 2 的证据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2 的证据</a:t>
            </a:r>
          </a:p>
          <a:p>
            <a:pPr algn="l"/>
            <a:endParaRPr lang="en-US"/>
          </a:p>
        </p:txBody>
      </p:sp>
      <p:sp>
        <p:nvSpPr>
          <p:cNvPr id="13" name="可靠性 / 局限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4" name="资料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5" name="来源 3 的证据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3 的证据</a:t>
            </a:r>
          </a:p>
          <a:p>
            <a:pPr algn="l"/>
            <a:endParaRPr lang="en-US"/>
          </a:p>
        </p:txBody>
      </p:sp>
      <p:sp>
        <p:nvSpPr>
          <p:cNvPr id="16" name="可靠性 / 局限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7" name="冲突 / 缺失的证据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冲突 / 缺失的证据</a:t>
            </a:r>
          </a:p>
          <a:p>
            <a:pPr algn="l"/>
            <a:endParaRPr lang="en-US"/>
          </a:p>
        </p:txBody>
      </p:sp>
      <p:sp>
        <p:nvSpPr>
          <p:cNvPr id="18" name="初步结论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初步结论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प्रमाण डोजियर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प्रश्न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प्रश्न</a:t>
            </a:r>
          </a:p>
          <a:p>
            <a:pPr algn="l"/>
            <a:endParaRPr lang="en-US"/>
          </a:p>
        </p:txBody>
      </p:sp>
      <p:sp>
        <p:nvSpPr>
          <p:cNvPr id="8" name="स्रोत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9" name="स्रोत 1 से प्रमाण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 से प्रमाण</a:t>
            </a:r>
          </a:p>
          <a:p>
            <a:pPr algn="l"/>
            <a:endParaRPr lang="en-US"/>
          </a:p>
        </p:txBody>
      </p:sp>
      <p:sp>
        <p:nvSpPr>
          <p:cNvPr id="10" name="विश्वसनीयता / सीमा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1" name="स्रोत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2" name="स्रोत 2 से प्रमाण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 से प्रमाण</a:t>
            </a:r>
          </a:p>
          <a:p>
            <a:pPr algn="l"/>
            <a:endParaRPr lang="en-US"/>
          </a:p>
        </p:txBody>
      </p:sp>
      <p:sp>
        <p:nvSpPr>
          <p:cNvPr id="13" name="विश्वसनीयता / सीमा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4" name="स्रोत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5" name="स्रोत 3 से प्रमाण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 से प्रमाण</a:t>
            </a:r>
          </a:p>
          <a:p>
            <a:pPr algn="l"/>
            <a:endParaRPr lang="en-US"/>
          </a:p>
        </p:txBody>
      </p:sp>
      <p:sp>
        <p:nvSpPr>
          <p:cNvPr id="16" name="विश्वसनीयता / सीमा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7" name="विरोधी / गायब प्रमाण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विरोधी / गायब प्रमाण</a:t>
            </a:r>
          </a:p>
          <a:p>
            <a:pPr algn="l"/>
            <a:endParaRPr lang="en-US"/>
          </a:p>
        </p:txBody>
      </p:sp>
      <p:sp>
        <p:nvSpPr>
          <p:cNvPr id="18" name="कार्यकारी निष्कर्ष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कार्यकारी निष्कर्ष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ملف الأدلة التاريخية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ؤال التاريخي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السؤال التاريخي</a:t>
            </a:r>
          </a:p>
          <a:p>
            <a:pPr algn="l" rtl="1"/>
            <a:endParaRPr lang="en-US"/>
          </a:p>
        </p:txBody>
      </p:sp>
      <p:sp>
        <p:nvSpPr>
          <p:cNvPr id="8" name="المصدر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9" name="دليل من المصدر 1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1</a:t>
            </a:r>
          </a:p>
          <a:p>
            <a:pPr algn="l" rtl="1"/>
            <a:endParaRPr lang="en-US"/>
          </a:p>
        </p:txBody>
      </p:sp>
      <p:sp>
        <p:nvSpPr>
          <p:cNvPr id="10" name="الموثوقية / القي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1" name="المصدر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2" name="دليل من المصدر 2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2</a:t>
            </a:r>
          </a:p>
          <a:p>
            <a:pPr algn="l" rtl="1"/>
            <a:endParaRPr lang="en-US"/>
          </a:p>
        </p:txBody>
      </p:sp>
      <p:sp>
        <p:nvSpPr>
          <p:cNvPr id="13" name="الموثوقية / القي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4" name="المصدر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5" name="دليل من المصدر 3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3</a:t>
            </a:r>
          </a:p>
          <a:p>
            <a:pPr algn="l" rtl="1"/>
            <a:endParaRPr lang="en-US"/>
          </a:p>
        </p:txBody>
      </p:sp>
      <p:sp>
        <p:nvSpPr>
          <p:cNvPr id="16" name="الموثوقية / القي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7" name="أدلة متعارضة / مفقودة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أدلة متعارضة / مفقودة</a:t>
            </a:r>
          </a:p>
          <a:p>
            <a:pPr algn="l" rtl="1"/>
            <a:endParaRPr lang="en-US"/>
          </a:p>
        </p:txBody>
      </p:sp>
      <p:sp>
        <p:nvSpPr>
          <p:cNvPr id="18" name="استنتاج أولي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استنتاج أولي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تاریخی ثبوت کی فائل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سوال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سوال</a:t>
            </a:r>
          </a:p>
          <a:p>
            <a:pPr algn="l" rtl="1"/>
            <a:endParaRPr lang="en-US"/>
          </a:p>
        </p:txBody>
      </p:sp>
      <p:sp>
        <p:nvSpPr>
          <p:cNvPr id="8" name="ذریعہ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9" name="ماخذ 1 سے شواہد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1 سے شواہد</a:t>
            </a:r>
          </a:p>
          <a:p>
            <a:pPr algn="l" rtl="1"/>
            <a:endParaRPr lang="en-US"/>
          </a:p>
        </p:txBody>
      </p:sp>
      <p:sp>
        <p:nvSpPr>
          <p:cNvPr id="10" name="قابلِ اعتماد ہونا / حد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1" name="ذریعہ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2" name="ماخذ 2 سے شواہد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2 سے شواہد</a:t>
            </a:r>
          </a:p>
          <a:p>
            <a:pPr algn="l" rtl="1"/>
            <a:endParaRPr lang="en-US"/>
          </a:p>
        </p:txBody>
      </p:sp>
      <p:sp>
        <p:nvSpPr>
          <p:cNvPr id="13" name="قابلِ اعتماد ہونا / حد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4" name="ذریعہ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5" name="ماخذ 3 سے شواہد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3 سے شواہد</a:t>
            </a:r>
          </a:p>
          <a:p>
            <a:pPr algn="l" rtl="1"/>
            <a:endParaRPr lang="en-US"/>
          </a:p>
        </p:txBody>
      </p:sp>
      <p:sp>
        <p:nvSpPr>
          <p:cNvPr id="16" name="قابلِ اعتماد ہونا / حد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7" name="متضاد / غائب ثبوت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متضاد / غائب ثبوت</a:t>
            </a:r>
          </a:p>
          <a:p>
            <a:pPr algn="l" rtl="1"/>
            <a:endParaRPr lang="en-US"/>
          </a:p>
        </p:txBody>
      </p:sp>
      <p:sp>
        <p:nvSpPr>
          <p:cNvPr id="18" name="ابتدائی نتیجہ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ابتدائی نتیجہ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Evidence Dossier — 7 languages</dc:title>
  <dc:creator>TCEA / Miguel Guhlin</dc:creator>
  <cp:lastModifiedBy>TCEA</cp:lastModifiedBy>
</cp:coreProperties>
</file>