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Event Investigator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What caused it?"/>
          <p:cNvSpPr/>
          <p:nvPr/>
        </p:nvSpPr>
        <p:spPr>
          <a:xfrm>
            <a:off x="42088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caused it?</a:t>
            </a:r>
          </a:p>
          <a:p>
            <a:pPr algn="l"/>
            <a:endParaRPr lang="en-US"/>
          </a:p>
        </p:txBody>
      </p:sp>
      <p:sp>
        <p:nvSpPr>
          <p:cNvPr id="8" name="Why was it important?"/>
          <p:cNvSpPr/>
          <p:nvPr/>
        </p:nvSpPr>
        <p:spPr>
          <a:xfrm>
            <a:off x="3373338" y="1133921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Why was it important?</a:t>
            </a:r>
          </a:p>
          <a:p>
            <a:pPr algn="l"/>
            <a:endParaRPr lang="en-US"/>
          </a:p>
        </p:txBody>
      </p:sp>
      <p:sp>
        <p:nvSpPr>
          <p:cNvPr id="9" name="Outcome"/>
          <p:cNvSpPr/>
          <p:nvPr/>
        </p:nvSpPr>
        <p:spPr>
          <a:xfrm>
            <a:off x="6757839" y="1133921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Outcome</a:t>
            </a:r>
          </a:p>
          <a:p>
            <a:pPr algn="l"/>
            <a:endParaRPr lang="en-US"/>
          </a:p>
        </p:txBody>
      </p:sp>
      <p:sp>
        <p:nvSpPr>
          <p:cNvPr id="10" name="How did it happen?"/>
          <p:cNvSpPr/>
          <p:nvPr/>
        </p:nvSpPr>
        <p:spPr>
          <a:xfrm>
            <a:off x="42088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How did it happen?</a:t>
            </a:r>
          </a:p>
          <a:p>
            <a:pPr algn="l"/>
            <a:endParaRPr lang="en-US"/>
          </a:p>
        </p:txBody>
      </p:sp>
      <p:sp>
        <p:nvSpPr>
          <p:cNvPr id="11" name="The Event"/>
          <p:cNvSpPr/>
          <p:nvPr/>
        </p:nvSpPr>
        <p:spPr>
          <a:xfrm>
            <a:off x="3373338" y="3066157"/>
            <a:ext cx="3311426" cy="1859161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</p:txBody>
      </p:sp>
      <p:sp>
        <p:nvSpPr>
          <p:cNvPr id="12" name="When did it happen?"/>
          <p:cNvSpPr/>
          <p:nvPr/>
        </p:nvSpPr>
        <p:spPr>
          <a:xfrm>
            <a:off x="6757839" y="3066157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When did it happen?</a:t>
            </a:r>
          </a:p>
          <a:p>
            <a:pPr algn="l"/>
            <a:endParaRPr lang="en-US"/>
          </a:p>
        </p:txBody>
      </p:sp>
      <p:sp>
        <p:nvSpPr>
          <p:cNvPr id="13" name="Groups Involved"/>
          <p:cNvSpPr/>
          <p:nvPr/>
        </p:nvSpPr>
        <p:spPr>
          <a:xfrm>
            <a:off x="42088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Groups Involved</a:t>
            </a:r>
          </a:p>
          <a:p>
            <a:pPr algn="l"/>
            <a:endParaRPr lang="en-US"/>
          </a:p>
        </p:txBody>
      </p:sp>
      <p:sp>
        <p:nvSpPr>
          <p:cNvPr id="14" name="Where did it happen?"/>
          <p:cNvSpPr/>
          <p:nvPr/>
        </p:nvSpPr>
        <p:spPr>
          <a:xfrm>
            <a:off x="3373338" y="4998393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Where did it happen?</a:t>
            </a:r>
          </a:p>
          <a:p>
            <a:pPr algn="l"/>
            <a:endParaRPr lang="en-US"/>
          </a:p>
        </p:txBody>
      </p:sp>
      <p:sp>
        <p:nvSpPr>
          <p:cNvPr id="15" name="Important Leader"/>
          <p:cNvSpPr/>
          <p:nvPr/>
        </p:nvSpPr>
        <p:spPr>
          <a:xfrm>
            <a:off x="6757839" y="4998393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Important Leader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6-8: research, chronology, cause/effect, comparison, historical context, perspective, source evaluation, visual communication.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Investigador de eventos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¿Qué lo causó?"/>
          <p:cNvSpPr/>
          <p:nvPr/>
        </p:nvSpPr>
        <p:spPr>
          <a:xfrm>
            <a:off x="42088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lo causó?</a:t>
            </a:r>
          </a:p>
          <a:p>
            <a:pPr algn="l"/>
            <a:endParaRPr lang="en-US"/>
          </a:p>
        </p:txBody>
      </p:sp>
      <p:sp>
        <p:nvSpPr>
          <p:cNvPr id="8" name="¿Por qué fue importante?"/>
          <p:cNvSpPr/>
          <p:nvPr/>
        </p:nvSpPr>
        <p:spPr>
          <a:xfrm>
            <a:off x="3373338" y="1133921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¿Por qué fue importante?</a:t>
            </a:r>
          </a:p>
          <a:p>
            <a:pPr algn="l"/>
            <a:endParaRPr lang="en-US"/>
          </a:p>
        </p:txBody>
      </p:sp>
      <p:sp>
        <p:nvSpPr>
          <p:cNvPr id="9" name="Resultado"/>
          <p:cNvSpPr/>
          <p:nvPr/>
        </p:nvSpPr>
        <p:spPr>
          <a:xfrm>
            <a:off x="6757839" y="1133921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Resultado</a:t>
            </a:r>
          </a:p>
          <a:p>
            <a:pPr algn="l"/>
            <a:endParaRPr lang="en-US"/>
          </a:p>
        </p:txBody>
      </p:sp>
      <p:sp>
        <p:nvSpPr>
          <p:cNvPr id="10" name="¿Cómo ocurrió?"/>
          <p:cNvSpPr/>
          <p:nvPr/>
        </p:nvSpPr>
        <p:spPr>
          <a:xfrm>
            <a:off x="42088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¿Cómo ocurrió?</a:t>
            </a:r>
          </a:p>
          <a:p>
            <a:pPr algn="l"/>
            <a:endParaRPr lang="en-US"/>
          </a:p>
        </p:txBody>
      </p:sp>
      <p:sp>
        <p:nvSpPr>
          <p:cNvPr id="11" name="El evento"/>
          <p:cNvSpPr/>
          <p:nvPr/>
        </p:nvSpPr>
        <p:spPr>
          <a:xfrm>
            <a:off x="3373338" y="3066157"/>
            <a:ext cx="3311426" cy="1859161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</p:txBody>
      </p:sp>
      <p:sp>
        <p:nvSpPr>
          <p:cNvPr id="12" name="¿Cuándo ocurrió?"/>
          <p:cNvSpPr/>
          <p:nvPr/>
        </p:nvSpPr>
        <p:spPr>
          <a:xfrm>
            <a:off x="6757839" y="3066157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¿Cuándo ocurrió?</a:t>
            </a:r>
          </a:p>
          <a:p>
            <a:pPr algn="l"/>
            <a:endParaRPr lang="en-US"/>
          </a:p>
        </p:txBody>
      </p:sp>
      <p:sp>
        <p:nvSpPr>
          <p:cNvPr id="13" name="Grupos involucrados"/>
          <p:cNvSpPr/>
          <p:nvPr/>
        </p:nvSpPr>
        <p:spPr>
          <a:xfrm>
            <a:off x="42088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Grupos involucrados</a:t>
            </a:r>
          </a:p>
          <a:p>
            <a:pPr algn="l"/>
            <a:endParaRPr lang="en-US"/>
          </a:p>
        </p:txBody>
      </p:sp>
      <p:sp>
        <p:nvSpPr>
          <p:cNvPr id="14" name="¿Dónde ocurrió?"/>
          <p:cNvSpPr/>
          <p:nvPr/>
        </p:nvSpPr>
        <p:spPr>
          <a:xfrm>
            <a:off x="3373338" y="4998393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¿Dónde ocurrió?</a:t>
            </a:r>
          </a:p>
          <a:p>
            <a:pPr algn="l"/>
            <a:endParaRPr lang="en-US"/>
          </a:p>
        </p:txBody>
      </p:sp>
      <p:sp>
        <p:nvSpPr>
          <p:cNvPr id="15" name="Líder importante"/>
          <p:cNvSpPr/>
          <p:nvPr/>
        </p:nvSpPr>
        <p:spPr>
          <a:xfrm>
            <a:off x="6757839" y="4998393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Líder importante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6–8: investigación, cronología, causa y efecto, comparación, contexto histórico, perspectiva, evaluación de fuentes y comunicación visual.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Điều tra sự kiện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Điều gì gây ra?"/>
          <p:cNvSpPr/>
          <p:nvPr/>
        </p:nvSpPr>
        <p:spPr>
          <a:xfrm>
            <a:off x="42088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Điều gì gây ra?</a:t>
            </a:r>
          </a:p>
          <a:p>
            <a:pPr algn="l"/>
            <a:endParaRPr lang="en-US"/>
          </a:p>
        </p:txBody>
      </p:sp>
      <p:sp>
        <p:nvSpPr>
          <p:cNvPr id="8" name="Vì sao quan trọng?"/>
          <p:cNvSpPr/>
          <p:nvPr/>
        </p:nvSpPr>
        <p:spPr>
          <a:xfrm>
            <a:off x="3373338" y="1133921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Vì sao quan trọng?</a:t>
            </a:r>
          </a:p>
          <a:p>
            <a:pPr algn="l"/>
            <a:endParaRPr lang="en-US"/>
          </a:p>
        </p:txBody>
      </p:sp>
      <p:sp>
        <p:nvSpPr>
          <p:cNvPr id="9" name="Kết quả"/>
          <p:cNvSpPr/>
          <p:nvPr/>
        </p:nvSpPr>
        <p:spPr>
          <a:xfrm>
            <a:off x="6757839" y="1133921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Kết quả</a:t>
            </a:r>
          </a:p>
          <a:p>
            <a:pPr algn="l"/>
            <a:endParaRPr lang="en-US"/>
          </a:p>
        </p:txBody>
      </p:sp>
      <p:sp>
        <p:nvSpPr>
          <p:cNvPr id="10" name="Xảy ra như thế nào?"/>
          <p:cNvSpPr/>
          <p:nvPr/>
        </p:nvSpPr>
        <p:spPr>
          <a:xfrm>
            <a:off x="42088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Xảy ra như thế nào?</a:t>
            </a:r>
          </a:p>
          <a:p>
            <a:pPr algn="l"/>
            <a:endParaRPr lang="en-US"/>
          </a:p>
        </p:txBody>
      </p:sp>
      <p:sp>
        <p:nvSpPr>
          <p:cNvPr id="11" name="Sự kiện"/>
          <p:cNvSpPr/>
          <p:nvPr/>
        </p:nvSpPr>
        <p:spPr>
          <a:xfrm>
            <a:off x="3373338" y="3066157"/>
            <a:ext cx="3311426" cy="1859161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</p:txBody>
      </p:sp>
      <p:sp>
        <p:nvSpPr>
          <p:cNvPr id="12" name="Xảy ra khi nào?"/>
          <p:cNvSpPr/>
          <p:nvPr/>
        </p:nvSpPr>
        <p:spPr>
          <a:xfrm>
            <a:off x="6757839" y="3066157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Xảy ra khi nào?</a:t>
            </a:r>
          </a:p>
          <a:p>
            <a:pPr algn="l"/>
            <a:endParaRPr lang="en-US"/>
          </a:p>
        </p:txBody>
      </p:sp>
      <p:sp>
        <p:nvSpPr>
          <p:cNvPr id="13" name="Các nhóm tham gia"/>
          <p:cNvSpPr/>
          <p:nvPr/>
        </p:nvSpPr>
        <p:spPr>
          <a:xfrm>
            <a:off x="42088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Các nhóm tham gia</a:t>
            </a:r>
          </a:p>
          <a:p>
            <a:pPr algn="l"/>
            <a:endParaRPr lang="en-US"/>
          </a:p>
        </p:txBody>
      </p:sp>
      <p:sp>
        <p:nvSpPr>
          <p:cNvPr id="14" name="Xảy ra ở đâu?"/>
          <p:cNvSpPr/>
          <p:nvPr/>
        </p:nvSpPr>
        <p:spPr>
          <a:xfrm>
            <a:off x="3373338" y="4998393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Xảy ra ở đâu?</a:t>
            </a:r>
          </a:p>
          <a:p>
            <a:pPr algn="l"/>
            <a:endParaRPr lang="en-US"/>
          </a:p>
        </p:txBody>
      </p:sp>
      <p:sp>
        <p:nvSpPr>
          <p:cNvPr id="15" name="Lãnh đạo quan trọng"/>
          <p:cNvSpPr/>
          <p:nvPr/>
        </p:nvSpPr>
        <p:spPr>
          <a:xfrm>
            <a:off x="6757839" y="4998393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Lãnh đạo quan trọng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6–8: nghiên cứu, trình tự thời gian, nguyên nhân/kết quả, so sánh, bối cảnh lịch sử, góc nhìn, đánh giá nguồn tư liệu và trình bày trực quan.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事件调查图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是什么导致的？"/>
          <p:cNvSpPr/>
          <p:nvPr/>
        </p:nvSpPr>
        <p:spPr>
          <a:xfrm>
            <a:off x="42088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是什么导致的？</a:t>
            </a:r>
          </a:p>
          <a:p>
            <a:pPr algn="l"/>
            <a:endParaRPr lang="en-US"/>
          </a:p>
        </p:txBody>
      </p:sp>
      <p:sp>
        <p:nvSpPr>
          <p:cNvPr id="8" name="为什么重要？"/>
          <p:cNvSpPr/>
          <p:nvPr/>
        </p:nvSpPr>
        <p:spPr>
          <a:xfrm>
            <a:off x="3373338" y="1133921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为什么重要？</a:t>
            </a:r>
          </a:p>
          <a:p>
            <a:pPr algn="l"/>
            <a:endParaRPr lang="en-US"/>
          </a:p>
        </p:txBody>
      </p:sp>
      <p:sp>
        <p:nvSpPr>
          <p:cNvPr id="9" name="结果"/>
          <p:cNvSpPr/>
          <p:nvPr/>
        </p:nvSpPr>
        <p:spPr>
          <a:xfrm>
            <a:off x="6757839" y="1133921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结果</a:t>
            </a:r>
          </a:p>
          <a:p>
            <a:pPr algn="l"/>
            <a:endParaRPr lang="en-US"/>
          </a:p>
        </p:txBody>
      </p:sp>
      <p:sp>
        <p:nvSpPr>
          <p:cNvPr id="10" name="如何发生？"/>
          <p:cNvSpPr/>
          <p:nvPr/>
        </p:nvSpPr>
        <p:spPr>
          <a:xfrm>
            <a:off x="42088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如何发生？</a:t>
            </a:r>
          </a:p>
          <a:p>
            <a:pPr algn="l"/>
            <a:endParaRPr lang="en-US"/>
          </a:p>
        </p:txBody>
      </p:sp>
      <p:sp>
        <p:nvSpPr>
          <p:cNvPr id="11" name="事件"/>
          <p:cNvSpPr/>
          <p:nvPr/>
        </p:nvSpPr>
        <p:spPr>
          <a:xfrm>
            <a:off x="3373338" y="3066157"/>
            <a:ext cx="3311426" cy="1859161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</p:txBody>
      </p:sp>
      <p:sp>
        <p:nvSpPr>
          <p:cNvPr id="12" name="什么时候发生？"/>
          <p:cNvSpPr/>
          <p:nvPr/>
        </p:nvSpPr>
        <p:spPr>
          <a:xfrm>
            <a:off x="6757839" y="3066157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什么时候发生？</a:t>
            </a:r>
          </a:p>
          <a:p>
            <a:pPr algn="l"/>
            <a:endParaRPr lang="en-US"/>
          </a:p>
        </p:txBody>
      </p:sp>
      <p:sp>
        <p:nvSpPr>
          <p:cNvPr id="13" name="参与群体"/>
          <p:cNvSpPr/>
          <p:nvPr/>
        </p:nvSpPr>
        <p:spPr>
          <a:xfrm>
            <a:off x="42088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参与群体</a:t>
            </a:r>
          </a:p>
          <a:p>
            <a:pPr algn="l"/>
            <a:endParaRPr lang="en-US"/>
          </a:p>
        </p:txBody>
      </p:sp>
      <p:sp>
        <p:nvSpPr>
          <p:cNvPr id="14" name="在哪里发生？"/>
          <p:cNvSpPr/>
          <p:nvPr/>
        </p:nvSpPr>
        <p:spPr>
          <a:xfrm>
            <a:off x="3373338" y="4998393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在哪里发生？</a:t>
            </a:r>
          </a:p>
          <a:p>
            <a:pPr algn="l"/>
            <a:endParaRPr lang="en-US"/>
          </a:p>
        </p:txBody>
      </p:sp>
      <p:sp>
        <p:nvSpPr>
          <p:cNvPr id="15" name="重要领导者"/>
          <p:cNvSpPr/>
          <p:nvPr/>
        </p:nvSpPr>
        <p:spPr>
          <a:xfrm>
            <a:off x="6757839" y="4998393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重要领导者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6–8年级：研究、时间顺序、因果关系、比较、历史背景、观点、资料来源评估、视觉表达。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घटना जाँचकर्ता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यह क्यों हुआ?"/>
          <p:cNvSpPr/>
          <p:nvPr/>
        </p:nvSpPr>
        <p:spPr>
          <a:xfrm>
            <a:off x="42088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क्यों हुआ?</a:t>
            </a:r>
          </a:p>
          <a:p>
            <a:pPr algn="l"/>
            <a:endParaRPr lang="en-US"/>
          </a:p>
        </p:txBody>
      </p:sp>
      <p:sp>
        <p:nvSpPr>
          <p:cNvPr id="8" name="यह महत्वपूर्ण क्यों था?"/>
          <p:cNvSpPr/>
          <p:nvPr/>
        </p:nvSpPr>
        <p:spPr>
          <a:xfrm>
            <a:off x="3373338" y="1133921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महत्वपूर्ण क्यों था?</a:t>
            </a:r>
          </a:p>
          <a:p>
            <a:pPr algn="l"/>
            <a:endParaRPr lang="en-US"/>
          </a:p>
        </p:txBody>
      </p:sp>
      <p:sp>
        <p:nvSpPr>
          <p:cNvPr id="9" name="परिणाम"/>
          <p:cNvSpPr/>
          <p:nvPr/>
        </p:nvSpPr>
        <p:spPr>
          <a:xfrm>
            <a:off x="6757839" y="1133921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परिणाम</a:t>
            </a:r>
          </a:p>
          <a:p>
            <a:pPr algn="l"/>
            <a:endParaRPr lang="en-US"/>
          </a:p>
        </p:txBody>
      </p:sp>
      <p:sp>
        <p:nvSpPr>
          <p:cNvPr id="10" name="यह कैसे हुआ?"/>
          <p:cNvSpPr/>
          <p:nvPr/>
        </p:nvSpPr>
        <p:spPr>
          <a:xfrm>
            <a:off x="42088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कैसे हुआ?</a:t>
            </a:r>
          </a:p>
          <a:p>
            <a:pPr algn="l"/>
            <a:endParaRPr lang="en-US"/>
          </a:p>
        </p:txBody>
      </p:sp>
      <p:sp>
        <p:nvSpPr>
          <p:cNvPr id="11" name="घटना"/>
          <p:cNvSpPr/>
          <p:nvPr/>
        </p:nvSpPr>
        <p:spPr>
          <a:xfrm>
            <a:off x="3373338" y="3066157"/>
            <a:ext cx="3311426" cy="1859161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</p:txBody>
      </p:sp>
      <p:sp>
        <p:nvSpPr>
          <p:cNvPr id="12" name="यह कब हुआ?"/>
          <p:cNvSpPr/>
          <p:nvPr/>
        </p:nvSpPr>
        <p:spPr>
          <a:xfrm>
            <a:off x="6757839" y="3066157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कब हुआ?</a:t>
            </a:r>
          </a:p>
          <a:p>
            <a:pPr algn="l"/>
            <a:endParaRPr lang="en-US"/>
          </a:p>
        </p:txBody>
      </p:sp>
      <p:sp>
        <p:nvSpPr>
          <p:cNvPr id="13" name="शामिल समूह"/>
          <p:cNvSpPr/>
          <p:nvPr/>
        </p:nvSpPr>
        <p:spPr>
          <a:xfrm>
            <a:off x="42088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शामिल समूह</a:t>
            </a:r>
          </a:p>
          <a:p>
            <a:pPr algn="l"/>
            <a:endParaRPr lang="en-US"/>
          </a:p>
        </p:txBody>
      </p:sp>
      <p:sp>
        <p:nvSpPr>
          <p:cNvPr id="14" name="यह कहाँ हुआ?"/>
          <p:cNvSpPr/>
          <p:nvPr/>
        </p:nvSpPr>
        <p:spPr>
          <a:xfrm>
            <a:off x="3373338" y="4998393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कहाँ हुआ?</a:t>
            </a:r>
          </a:p>
          <a:p>
            <a:pPr algn="l"/>
            <a:endParaRPr lang="en-US"/>
          </a:p>
        </p:txBody>
      </p:sp>
      <p:sp>
        <p:nvSpPr>
          <p:cNvPr id="15" name="महत्वपूर्ण नेता"/>
          <p:cNvSpPr/>
          <p:nvPr/>
        </p:nvSpPr>
        <p:spPr>
          <a:xfrm>
            <a:off x="6757839" y="4998393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महत्वपूर्ण नेता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6–8: शोध, कालक्रम, कारण/प्रभाव, तुलना, ऐतिहासिक संदर्भ, दृष्टिकोण, स्रोत मूल्यांकन और दृश्य संचार।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محقق الحدث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ما الذي سببه؟"/>
          <p:cNvSpPr/>
          <p:nvPr/>
        </p:nvSpPr>
        <p:spPr>
          <a:xfrm>
            <a:off x="675813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الذي سببه؟</a:t>
            </a:r>
          </a:p>
          <a:p>
            <a:pPr algn="l" rtl="1"/>
            <a:endParaRPr lang="en-US"/>
          </a:p>
        </p:txBody>
      </p:sp>
      <p:sp>
        <p:nvSpPr>
          <p:cNvPr id="8" name="لماذا كان مهمًا؟"/>
          <p:cNvSpPr/>
          <p:nvPr/>
        </p:nvSpPr>
        <p:spPr>
          <a:xfrm>
            <a:off x="3373636" y="1133921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لماذا كان مهمًا؟</a:t>
            </a:r>
          </a:p>
          <a:p>
            <a:pPr algn="l" rtl="1"/>
            <a:endParaRPr lang="en-US"/>
          </a:p>
        </p:txBody>
      </p:sp>
      <p:sp>
        <p:nvSpPr>
          <p:cNvPr id="9" name="النتيجة"/>
          <p:cNvSpPr/>
          <p:nvPr/>
        </p:nvSpPr>
        <p:spPr>
          <a:xfrm>
            <a:off x="421035" y="1133921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النتيجة</a:t>
            </a:r>
          </a:p>
          <a:p>
            <a:pPr algn="l" rtl="1"/>
            <a:endParaRPr lang="en-US"/>
          </a:p>
        </p:txBody>
      </p:sp>
      <p:sp>
        <p:nvSpPr>
          <p:cNvPr id="10" name="كيف حدث؟"/>
          <p:cNvSpPr/>
          <p:nvPr/>
        </p:nvSpPr>
        <p:spPr>
          <a:xfrm>
            <a:off x="675813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كيف حدث؟</a:t>
            </a:r>
          </a:p>
          <a:p>
            <a:pPr algn="l" rtl="1"/>
            <a:endParaRPr lang="en-US"/>
          </a:p>
        </p:txBody>
      </p:sp>
      <p:sp>
        <p:nvSpPr>
          <p:cNvPr id="11" name="الحدث"/>
          <p:cNvSpPr/>
          <p:nvPr/>
        </p:nvSpPr>
        <p:spPr>
          <a:xfrm>
            <a:off x="3373636" y="3066157"/>
            <a:ext cx="3311426" cy="1859161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</p:txBody>
      </p:sp>
      <p:sp>
        <p:nvSpPr>
          <p:cNvPr id="12" name="متى حدث؟"/>
          <p:cNvSpPr/>
          <p:nvPr/>
        </p:nvSpPr>
        <p:spPr>
          <a:xfrm>
            <a:off x="421035" y="3066157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متى حدث؟</a:t>
            </a:r>
          </a:p>
          <a:p>
            <a:pPr algn="l" rtl="1"/>
            <a:endParaRPr lang="en-US"/>
          </a:p>
        </p:txBody>
      </p:sp>
      <p:sp>
        <p:nvSpPr>
          <p:cNvPr id="13" name="المجموعات المشاركة"/>
          <p:cNvSpPr/>
          <p:nvPr/>
        </p:nvSpPr>
        <p:spPr>
          <a:xfrm>
            <a:off x="675813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المجموعات المشاركة</a:t>
            </a:r>
          </a:p>
          <a:p>
            <a:pPr algn="l" rtl="1"/>
            <a:endParaRPr lang="en-US"/>
          </a:p>
        </p:txBody>
      </p:sp>
      <p:sp>
        <p:nvSpPr>
          <p:cNvPr id="14" name="أين حدث؟"/>
          <p:cNvSpPr/>
          <p:nvPr/>
        </p:nvSpPr>
        <p:spPr>
          <a:xfrm>
            <a:off x="3373636" y="4998393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أين حدث؟</a:t>
            </a:r>
          </a:p>
          <a:p>
            <a:pPr algn="l" rtl="1"/>
            <a:endParaRPr lang="en-US"/>
          </a:p>
        </p:txBody>
      </p:sp>
      <p:sp>
        <p:nvSpPr>
          <p:cNvPr id="15" name="قائد مهم"/>
          <p:cNvSpPr/>
          <p:nvPr/>
        </p:nvSpPr>
        <p:spPr>
          <a:xfrm>
            <a:off x="421035" y="4998393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قائد مهم</a:t>
            </a:r>
          </a:p>
          <a:p>
            <a:pPr algn="l" rtl="1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6–8: البحث، التسلسل الزمني، السبب والنتيجة، المقارنة، السياق التاريخي، المنظور، تقييم المصادر، والتواصل البصري.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واقعے کا تفتیشی نقشہ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س کی وجہ کیا تھی؟"/>
          <p:cNvSpPr/>
          <p:nvPr/>
        </p:nvSpPr>
        <p:spPr>
          <a:xfrm>
            <a:off x="675813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اس کی وجہ کیا تھی؟</a:t>
            </a:r>
          </a:p>
          <a:p>
            <a:pPr algn="l" rtl="1"/>
            <a:endParaRPr lang="en-US"/>
          </a:p>
        </p:txBody>
      </p:sp>
      <p:sp>
        <p:nvSpPr>
          <p:cNvPr id="8" name="یہ اہم کیوں تھا؟"/>
          <p:cNvSpPr/>
          <p:nvPr/>
        </p:nvSpPr>
        <p:spPr>
          <a:xfrm>
            <a:off x="3373636" y="1133921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اہم کیوں تھا؟</a:t>
            </a:r>
          </a:p>
          <a:p>
            <a:pPr algn="l" rtl="1"/>
            <a:endParaRPr lang="en-US"/>
          </a:p>
        </p:txBody>
      </p:sp>
      <p:sp>
        <p:nvSpPr>
          <p:cNvPr id="9" name="نتیجہ"/>
          <p:cNvSpPr/>
          <p:nvPr/>
        </p:nvSpPr>
        <p:spPr>
          <a:xfrm>
            <a:off x="421035" y="1133921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نتیجہ</a:t>
            </a:r>
          </a:p>
          <a:p>
            <a:pPr algn="l" rtl="1"/>
            <a:endParaRPr lang="en-US"/>
          </a:p>
        </p:txBody>
      </p:sp>
      <p:sp>
        <p:nvSpPr>
          <p:cNvPr id="10" name="یہ کیسے ہوا؟"/>
          <p:cNvSpPr/>
          <p:nvPr/>
        </p:nvSpPr>
        <p:spPr>
          <a:xfrm>
            <a:off x="675813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کیسے ہوا؟</a:t>
            </a:r>
          </a:p>
          <a:p>
            <a:pPr algn="l" rtl="1"/>
            <a:endParaRPr lang="en-US"/>
          </a:p>
        </p:txBody>
      </p:sp>
      <p:sp>
        <p:nvSpPr>
          <p:cNvPr id="11" name="واقعہ"/>
          <p:cNvSpPr/>
          <p:nvPr/>
        </p:nvSpPr>
        <p:spPr>
          <a:xfrm>
            <a:off x="3373636" y="3066157"/>
            <a:ext cx="3311426" cy="1859161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</p:txBody>
      </p:sp>
      <p:sp>
        <p:nvSpPr>
          <p:cNvPr id="12" name="یہ کب ہوا؟"/>
          <p:cNvSpPr/>
          <p:nvPr/>
        </p:nvSpPr>
        <p:spPr>
          <a:xfrm>
            <a:off x="421035" y="3066157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کب ہوا؟</a:t>
            </a:r>
          </a:p>
          <a:p>
            <a:pPr algn="l" rtl="1"/>
            <a:endParaRPr lang="en-US"/>
          </a:p>
        </p:txBody>
      </p:sp>
      <p:sp>
        <p:nvSpPr>
          <p:cNvPr id="13" name="شامل گروہ"/>
          <p:cNvSpPr/>
          <p:nvPr/>
        </p:nvSpPr>
        <p:spPr>
          <a:xfrm>
            <a:off x="675813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شامل گروہ</a:t>
            </a:r>
          </a:p>
          <a:p>
            <a:pPr algn="l" rtl="1"/>
            <a:endParaRPr lang="en-US"/>
          </a:p>
        </p:txBody>
      </p:sp>
      <p:sp>
        <p:nvSpPr>
          <p:cNvPr id="14" name="یہ کہاں ہوا؟"/>
          <p:cNvSpPr/>
          <p:nvPr/>
        </p:nvSpPr>
        <p:spPr>
          <a:xfrm>
            <a:off x="3373636" y="4998393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کہاں ہوا؟</a:t>
            </a:r>
          </a:p>
          <a:p>
            <a:pPr algn="l" rtl="1"/>
            <a:endParaRPr lang="en-US"/>
          </a:p>
        </p:txBody>
      </p:sp>
      <p:sp>
        <p:nvSpPr>
          <p:cNvPr id="15" name="اہم رہنما"/>
          <p:cNvSpPr/>
          <p:nvPr/>
        </p:nvSpPr>
        <p:spPr>
          <a:xfrm>
            <a:off x="421035" y="4998393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اہم رہنما</a:t>
            </a:r>
          </a:p>
          <a:p>
            <a:pPr algn="l" rtl="1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6–8: تحقیق، زمانی ترتیب، سبب و اثر، موازنہ، تاریخی پس منظر، نقطۂ نظر، ذرائع کا جائزہ اور بصری ابلاغ۔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Investigator — 7 languages</dc:title>
  <dc:creator>TCEA / Miguel Guhlin</dc:creator>
  <cp:lastModifiedBy>TCEA</cp:lastModifiedBy>
</cp:coreProperties>
</file>