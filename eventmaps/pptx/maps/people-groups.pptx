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People and Groups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Important Leader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Important Leader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Why was this person important?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this person important?</a:t>
            </a:r>
          </a:p>
          <a:p>
            <a:pPr algn="l"/>
            <a:endParaRPr lang="en-US"/>
          </a:p>
        </p:txBody>
      </p:sp>
      <p:sp>
        <p:nvSpPr>
          <p:cNvPr id="9" name="Group 1"/>
          <p:cNvSpPr/>
          <p:nvPr/>
        </p:nvSpPr>
        <p:spPr>
          <a:xfrm>
            <a:off x="3945582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Group 1</a:t>
            </a:r>
          </a:p>
          <a:p>
            <a:pPr algn="ctr"/>
            <a:endParaRPr lang="en-US"/>
          </a:p>
        </p:txBody>
      </p:sp>
      <p:sp>
        <p:nvSpPr>
          <p:cNvPr id="10" name="What did they want?"/>
          <p:cNvSpPr/>
          <p:nvPr/>
        </p:nvSpPr>
        <p:spPr>
          <a:xfrm>
            <a:off x="3945582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did they want?</a:t>
            </a:r>
          </a:p>
          <a:p>
            <a:pPr algn="l"/>
            <a:endParaRPr lang="en-US"/>
          </a:p>
        </p:txBody>
      </p:sp>
      <p:sp>
        <p:nvSpPr>
          <p:cNvPr id="11" name="What can you conclude?"/>
          <p:cNvSpPr/>
          <p:nvPr/>
        </p:nvSpPr>
        <p:spPr>
          <a:xfrm>
            <a:off x="3945582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can you conclude?</a:t>
            </a:r>
          </a:p>
          <a:p>
            <a:pPr algn="l"/>
            <a:endParaRPr lang="en-US"/>
          </a:p>
        </p:txBody>
      </p:sp>
      <p:sp>
        <p:nvSpPr>
          <p:cNvPr id="12" name="Group 2"/>
          <p:cNvSpPr/>
          <p:nvPr/>
        </p:nvSpPr>
        <p:spPr>
          <a:xfrm>
            <a:off x="5867251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Group 2</a:t>
            </a:r>
          </a:p>
          <a:p>
            <a:pPr algn="ctr"/>
            <a:endParaRPr lang="en-US"/>
          </a:p>
        </p:txBody>
      </p:sp>
      <p:sp>
        <p:nvSpPr>
          <p:cNvPr id="13" name="What did they want?"/>
          <p:cNvSpPr/>
          <p:nvPr/>
        </p:nvSpPr>
        <p:spPr>
          <a:xfrm>
            <a:off x="5867251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did they want?</a:t>
            </a:r>
          </a:p>
          <a:p>
            <a:pPr algn="l"/>
            <a:endParaRPr lang="en-US"/>
          </a:p>
        </p:txBody>
      </p:sp>
      <p:sp>
        <p:nvSpPr>
          <p:cNvPr id="14" name="Outcome"/>
          <p:cNvSpPr/>
          <p:nvPr/>
        </p:nvSpPr>
        <p:spPr>
          <a:xfrm>
            <a:off x="5867251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Outcome</a:t>
            </a:r>
          </a:p>
          <a:p>
            <a:pPr algn="l"/>
            <a:endParaRPr lang="en-US"/>
          </a:p>
        </p:txBody>
      </p:sp>
      <p:sp>
        <p:nvSpPr>
          <p:cNvPr id="15" name="Group 3"/>
          <p:cNvSpPr/>
          <p:nvPr/>
        </p:nvSpPr>
        <p:spPr>
          <a:xfrm>
            <a:off x="7788920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Group 3</a:t>
            </a:r>
          </a:p>
          <a:p>
            <a:pPr algn="ctr"/>
            <a:endParaRPr lang="en-US"/>
          </a:p>
        </p:txBody>
      </p:sp>
      <p:sp>
        <p:nvSpPr>
          <p:cNvPr id="16" name="What did they want?"/>
          <p:cNvSpPr/>
          <p:nvPr/>
        </p:nvSpPr>
        <p:spPr>
          <a:xfrm>
            <a:off x="7788920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What did they want?</a:t>
            </a:r>
          </a:p>
          <a:p>
            <a:pPr algn="l"/>
            <a:endParaRPr lang="en-US"/>
          </a:p>
        </p:txBody>
      </p:sp>
      <p:sp>
        <p:nvSpPr>
          <p:cNvPr id="17" name="Result"/>
          <p:cNvSpPr/>
          <p:nvPr/>
        </p:nvSpPr>
        <p:spPr>
          <a:xfrm>
            <a:off x="7788920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Personas y grupos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íder importante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Líder importante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¿Por qué fue importante esta persona?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 esta persona?</a:t>
            </a:r>
          </a:p>
          <a:p>
            <a:pPr algn="l"/>
            <a:endParaRPr lang="en-US"/>
          </a:p>
        </p:txBody>
      </p:sp>
      <p:sp>
        <p:nvSpPr>
          <p:cNvPr id="9" name="Grupo 1"/>
          <p:cNvSpPr/>
          <p:nvPr/>
        </p:nvSpPr>
        <p:spPr>
          <a:xfrm>
            <a:off x="3945582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Grupo 1</a:t>
            </a:r>
          </a:p>
          <a:p>
            <a:pPr algn="ctr"/>
            <a:endParaRPr lang="en-US"/>
          </a:p>
        </p:txBody>
      </p:sp>
      <p:sp>
        <p:nvSpPr>
          <p:cNvPr id="10" name="¿Qué quería el Grupo 1?"/>
          <p:cNvSpPr/>
          <p:nvPr/>
        </p:nvSpPr>
        <p:spPr>
          <a:xfrm>
            <a:off x="3945582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quería el Grupo 1?</a:t>
            </a:r>
          </a:p>
          <a:p>
            <a:pPr algn="l"/>
            <a:endParaRPr lang="en-US"/>
          </a:p>
        </p:txBody>
      </p:sp>
      <p:sp>
        <p:nvSpPr>
          <p:cNvPr id="11" name="¿Qué puedes concluir?"/>
          <p:cNvSpPr/>
          <p:nvPr/>
        </p:nvSpPr>
        <p:spPr>
          <a:xfrm>
            <a:off x="3945582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puedes concluir?</a:t>
            </a:r>
          </a:p>
          <a:p>
            <a:pPr algn="l"/>
            <a:endParaRPr lang="en-US"/>
          </a:p>
        </p:txBody>
      </p:sp>
      <p:sp>
        <p:nvSpPr>
          <p:cNvPr id="12" name="Grupo 2"/>
          <p:cNvSpPr/>
          <p:nvPr/>
        </p:nvSpPr>
        <p:spPr>
          <a:xfrm>
            <a:off x="5867251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Grupo 2</a:t>
            </a:r>
          </a:p>
          <a:p>
            <a:pPr algn="ctr"/>
            <a:endParaRPr lang="en-US"/>
          </a:p>
        </p:txBody>
      </p:sp>
      <p:sp>
        <p:nvSpPr>
          <p:cNvPr id="13" name="¿Qué quería el Grupo 2?"/>
          <p:cNvSpPr/>
          <p:nvPr/>
        </p:nvSpPr>
        <p:spPr>
          <a:xfrm>
            <a:off x="5867251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quería el Grupo 2?</a:t>
            </a:r>
          </a:p>
          <a:p>
            <a:pPr algn="l"/>
            <a:endParaRPr lang="en-US"/>
          </a:p>
        </p:txBody>
      </p:sp>
      <p:sp>
        <p:nvSpPr>
          <p:cNvPr id="14" name="Resultado"/>
          <p:cNvSpPr/>
          <p:nvPr/>
        </p:nvSpPr>
        <p:spPr>
          <a:xfrm>
            <a:off x="5867251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sp>
        <p:nvSpPr>
          <p:cNvPr id="15" name="Grupo 3"/>
          <p:cNvSpPr/>
          <p:nvPr/>
        </p:nvSpPr>
        <p:spPr>
          <a:xfrm>
            <a:off x="7788920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Grupo 3</a:t>
            </a:r>
          </a:p>
          <a:p>
            <a:pPr algn="ctr"/>
            <a:endParaRPr lang="en-US"/>
          </a:p>
        </p:txBody>
      </p:sp>
      <p:sp>
        <p:nvSpPr>
          <p:cNvPr id="16" name="¿Qué quería el Grupo 3?"/>
          <p:cNvSpPr/>
          <p:nvPr/>
        </p:nvSpPr>
        <p:spPr>
          <a:xfrm>
            <a:off x="7788920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quería el Grupo 3?</a:t>
            </a:r>
          </a:p>
          <a:p>
            <a:pPr algn="l"/>
            <a:endParaRPr lang="en-US"/>
          </a:p>
        </p:txBody>
      </p:sp>
      <p:sp>
        <p:nvSpPr>
          <p:cNvPr id="17" name="Resultado"/>
          <p:cNvSpPr/>
          <p:nvPr/>
        </p:nvSpPr>
        <p:spPr>
          <a:xfrm>
            <a:off x="7788920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Con người và nhóm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ãnh đạo quan trọng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Lãnh đạo quan trọng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Vì sao người này quan trọng?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người này quan trọng?</a:t>
            </a:r>
          </a:p>
          <a:p>
            <a:pPr algn="l"/>
            <a:endParaRPr lang="en-US"/>
          </a:p>
        </p:txBody>
      </p:sp>
      <p:sp>
        <p:nvSpPr>
          <p:cNvPr id="9" name="Nhóm 1"/>
          <p:cNvSpPr/>
          <p:nvPr/>
        </p:nvSpPr>
        <p:spPr>
          <a:xfrm>
            <a:off x="3945582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Nhóm 1</a:t>
            </a:r>
          </a:p>
          <a:p>
            <a:pPr algn="ctr"/>
            <a:endParaRPr lang="en-US"/>
          </a:p>
        </p:txBody>
      </p:sp>
      <p:sp>
        <p:nvSpPr>
          <p:cNvPr id="10" name="Nhóm 1 muốn gì?"/>
          <p:cNvSpPr/>
          <p:nvPr/>
        </p:nvSpPr>
        <p:spPr>
          <a:xfrm>
            <a:off x="3945582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1 muốn gì?</a:t>
            </a:r>
          </a:p>
          <a:p>
            <a:pPr algn="l"/>
            <a:endParaRPr lang="en-US"/>
          </a:p>
        </p:txBody>
      </p:sp>
      <p:sp>
        <p:nvSpPr>
          <p:cNvPr id="11" name="Bạn có thể kết luận gì?"/>
          <p:cNvSpPr/>
          <p:nvPr/>
        </p:nvSpPr>
        <p:spPr>
          <a:xfrm>
            <a:off x="3945582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Bạn có thể kết luận gì?</a:t>
            </a:r>
          </a:p>
          <a:p>
            <a:pPr algn="l"/>
            <a:endParaRPr lang="en-US"/>
          </a:p>
        </p:txBody>
      </p:sp>
      <p:sp>
        <p:nvSpPr>
          <p:cNvPr id="12" name="Nhóm 2"/>
          <p:cNvSpPr/>
          <p:nvPr/>
        </p:nvSpPr>
        <p:spPr>
          <a:xfrm>
            <a:off x="5867251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Nhóm 2</a:t>
            </a:r>
          </a:p>
          <a:p>
            <a:pPr algn="ctr"/>
            <a:endParaRPr lang="en-US"/>
          </a:p>
        </p:txBody>
      </p:sp>
      <p:sp>
        <p:nvSpPr>
          <p:cNvPr id="13" name="Nhóm 2 muốn gì?"/>
          <p:cNvSpPr/>
          <p:nvPr/>
        </p:nvSpPr>
        <p:spPr>
          <a:xfrm>
            <a:off x="5867251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2 muốn gì?</a:t>
            </a:r>
          </a:p>
          <a:p>
            <a:pPr algn="l"/>
            <a:endParaRPr lang="en-US"/>
          </a:p>
        </p:txBody>
      </p:sp>
      <p:sp>
        <p:nvSpPr>
          <p:cNvPr id="14" name="Kết quả"/>
          <p:cNvSpPr/>
          <p:nvPr/>
        </p:nvSpPr>
        <p:spPr>
          <a:xfrm>
            <a:off x="5867251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5" name="Nhóm 3"/>
          <p:cNvSpPr/>
          <p:nvPr/>
        </p:nvSpPr>
        <p:spPr>
          <a:xfrm>
            <a:off x="7788920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Nhóm 3</a:t>
            </a:r>
          </a:p>
          <a:p>
            <a:pPr algn="ctr"/>
            <a:endParaRPr lang="en-US"/>
          </a:p>
        </p:txBody>
      </p:sp>
      <p:sp>
        <p:nvSpPr>
          <p:cNvPr id="16" name="Nhóm 3 muốn gì?"/>
          <p:cNvSpPr/>
          <p:nvPr/>
        </p:nvSpPr>
        <p:spPr>
          <a:xfrm>
            <a:off x="7788920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3 muốn gì?</a:t>
            </a:r>
          </a:p>
          <a:p>
            <a:pPr algn="l"/>
            <a:endParaRPr lang="en-US"/>
          </a:p>
        </p:txBody>
      </p:sp>
      <p:sp>
        <p:nvSpPr>
          <p:cNvPr id="17" name="Kết quả"/>
          <p:cNvSpPr/>
          <p:nvPr/>
        </p:nvSpPr>
        <p:spPr>
          <a:xfrm>
            <a:off x="7788920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人物与群体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重要领导者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重要领导者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这个人为什么重要？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这个人为什么重要？</a:t>
            </a:r>
          </a:p>
          <a:p>
            <a:pPr algn="l"/>
            <a:endParaRPr lang="en-US"/>
          </a:p>
        </p:txBody>
      </p:sp>
      <p:sp>
        <p:nvSpPr>
          <p:cNvPr id="9" name="群体 1"/>
          <p:cNvSpPr/>
          <p:nvPr/>
        </p:nvSpPr>
        <p:spPr>
          <a:xfrm>
            <a:off x="3945582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群体 1</a:t>
            </a:r>
          </a:p>
          <a:p>
            <a:pPr algn="ctr"/>
            <a:endParaRPr lang="en-US"/>
          </a:p>
        </p:txBody>
      </p:sp>
      <p:sp>
        <p:nvSpPr>
          <p:cNvPr id="10" name="群体 1 想要什么？"/>
          <p:cNvSpPr/>
          <p:nvPr/>
        </p:nvSpPr>
        <p:spPr>
          <a:xfrm>
            <a:off x="3945582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1 想要什么？</a:t>
            </a:r>
          </a:p>
          <a:p>
            <a:pPr algn="l"/>
            <a:endParaRPr lang="en-US"/>
          </a:p>
        </p:txBody>
      </p:sp>
      <p:sp>
        <p:nvSpPr>
          <p:cNvPr id="11" name="你能得出什么结论？"/>
          <p:cNvSpPr/>
          <p:nvPr/>
        </p:nvSpPr>
        <p:spPr>
          <a:xfrm>
            <a:off x="3945582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你能得出什么结论？</a:t>
            </a:r>
          </a:p>
          <a:p>
            <a:pPr algn="l"/>
            <a:endParaRPr lang="en-US"/>
          </a:p>
        </p:txBody>
      </p:sp>
      <p:sp>
        <p:nvSpPr>
          <p:cNvPr id="12" name="群体 2"/>
          <p:cNvSpPr/>
          <p:nvPr/>
        </p:nvSpPr>
        <p:spPr>
          <a:xfrm>
            <a:off x="5867251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群体 2</a:t>
            </a:r>
          </a:p>
          <a:p>
            <a:pPr algn="ctr"/>
            <a:endParaRPr lang="en-US"/>
          </a:p>
        </p:txBody>
      </p:sp>
      <p:sp>
        <p:nvSpPr>
          <p:cNvPr id="13" name="群体 2 想要什么？"/>
          <p:cNvSpPr/>
          <p:nvPr/>
        </p:nvSpPr>
        <p:spPr>
          <a:xfrm>
            <a:off x="5867251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2 想要什么？</a:t>
            </a:r>
          </a:p>
          <a:p>
            <a:pPr algn="l"/>
            <a:endParaRPr lang="en-US"/>
          </a:p>
        </p:txBody>
      </p:sp>
      <p:sp>
        <p:nvSpPr>
          <p:cNvPr id="14" name="结果"/>
          <p:cNvSpPr/>
          <p:nvPr/>
        </p:nvSpPr>
        <p:spPr>
          <a:xfrm>
            <a:off x="5867251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5" name="群体 3"/>
          <p:cNvSpPr/>
          <p:nvPr/>
        </p:nvSpPr>
        <p:spPr>
          <a:xfrm>
            <a:off x="7788920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群体 3</a:t>
            </a:r>
          </a:p>
          <a:p>
            <a:pPr algn="ctr"/>
            <a:endParaRPr lang="en-US"/>
          </a:p>
        </p:txBody>
      </p:sp>
      <p:sp>
        <p:nvSpPr>
          <p:cNvPr id="16" name="群体 3 想要什么？"/>
          <p:cNvSpPr/>
          <p:nvPr/>
        </p:nvSpPr>
        <p:spPr>
          <a:xfrm>
            <a:off x="7788920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3 想要什么？</a:t>
            </a:r>
          </a:p>
          <a:p>
            <a:pPr algn="l"/>
            <a:endParaRPr lang="en-US"/>
          </a:p>
        </p:txBody>
      </p:sp>
      <p:sp>
        <p:nvSpPr>
          <p:cNvPr id="17" name="结果"/>
          <p:cNvSpPr/>
          <p:nvPr/>
        </p:nvSpPr>
        <p:spPr>
          <a:xfrm>
            <a:off x="7788920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लोग और समूह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महत्वपूर्ण नेता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महत्वपूर्ण नेता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यह व्यक्ति महत्वपूर्ण क्यों था?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व्यक्ति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9" name="समूह 1"/>
          <p:cNvSpPr/>
          <p:nvPr/>
        </p:nvSpPr>
        <p:spPr>
          <a:xfrm>
            <a:off x="3945582" y="1133921"/>
            <a:ext cx="1848594" cy="29140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समूह 1</a:t>
            </a:r>
          </a:p>
          <a:p>
            <a:pPr algn="ctr"/>
            <a:endParaRPr lang="en-US"/>
          </a:p>
        </p:txBody>
      </p:sp>
      <p:sp>
        <p:nvSpPr>
          <p:cNvPr id="10" name="समूह 1 क्या चाहता था?"/>
          <p:cNvSpPr/>
          <p:nvPr/>
        </p:nvSpPr>
        <p:spPr>
          <a:xfrm>
            <a:off x="3945582" y="1489323"/>
            <a:ext cx="1848594" cy="265211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1 क्या चाहता था?</a:t>
            </a:r>
          </a:p>
          <a:p>
            <a:pPr algn="l"/>
            <a:endParaRPr lang="en-US"/>
          </a:p>
        </p:txBody>
      </p:sp>
      <p:sp>
        <p:nvSpPr>
          <p:cNvPr id="11" name="आप क्या निष्कर्ष निकाल सकते हैं?"/>
          <p:cNvSpPr/>
          <p:nvPr/>
        </p:nvSpPr>
        <p:spPr>
          <a:xfrm>
            <a:off x="3945582" y="4205436"/>
            <a:ext cx="1848594" cy="265226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आप क्या निष्कर्ष निकाल सकते हैं?</a:t>
            </a:r>
          </a:p>
          <a:p>
            <a:pPr algn="l"/>
            <a:endParaRPr lang="en-US"/>
          </a:p>
        </p:txBody>
      </p:sp>
      <p:sp>
        <p:nvSpPr>
          <p:cNvPr id="12" name="समूह 2"/>
          <p:cNvSpPr/>
          <p:nvPr/>
        </p:nvSpPr>
        <p:spPr>
          <a:xfrm>
            <a:off x="5867251" y="1133921"/>
            <a:ext cx="1848594" cy="29140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समूह 2</a:t>
            </a:r>
          </a:p>
          <a:p>
            <a:pPr algn="ctr"/>
            <a:endParaRPr lang="en-US"/>
          </a:p>
        </p:txBody>
      </p:sp>
      <p:sp>
        <p:nvSpPr>
          <p:cNvPr id="13" name="समूह 2 क्या चाहता था?"/>
          <p:cNvSpPr/>
          <p:nvPr/>
        </p:nvSpPr>
        <p:spPr>
          <a:xfrm>
            <a:off x="5867251" y="1489323"/>
            <a:ext cx="1848594" cy="265211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2 क्या चाहता था?</a:t>
            </a:r>
          </a:p>
          <a:p>
            <a:pPr algn="l"/>
            <a:endParaRPr lang="en-US"/>
          </a:p>
        </p:txBody>
      </p:sp>
      <p:sp>
        <p:nvSpPr>
          <p:cNvPr id="14" name="परिणाम"/>
          <p:cNvSpPr/>
          <p:nvPr/>
        </p:nvSpPr>
        <p:spPr>
          <a:xfrm>
            <a:off x="5867251" y="4205436"/>
            <a:ext cx="1848594" cy="265226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sp>
        <p:nvSpPr>
          <p:cNvPr id="15" name="समूह 3"/>
          <p:cNvSpPr/>
          <p:nvPr/>
        </p:nvSpPr>
        <p:spPr>
          <a:xfrm>
            <a:off x="7788920" y="1133921"/>
            <a:ext cx="1848594" cy="29140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समूह 3</a:t>
            </a:r>
          </a:p>
          <a:p>
            <a:pPr algn="ctr"/>
            <a:endParaRPr lang="en-US"/>
          </a:p>
        </p:txBody>
      </p:sp>
      <p:sp>
        <p:nvSpPr>
          <p:cNvPr id="16" name="समूह 3 क्या चाहता था?"/>
          <p:cNvSpPr/>
          <p:nvPr/>
        </p:nvSpPr>
        <p:spPr>
          <a:xfrm>
            <a:off x="7788920" y="1489323"/>
            <a:ext cx="1848594" cy="265211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3 क्या चाहता था?</a:t>
            </a:r>
          </a:p>
          <a:p>
            <a:pPr algn="l"/>
            <a:endParaRPr lang="en-US"/>
          </a:p>
        </p:txBody>
      </p:sp>
      <p:sp>
        <p:nvSpPr>
          <p:cNvPr id="17" name="परिणाम"/>
          <p:cNvSpPr/>
          <p:nvPr/>
        </p:nvSpPr>
        <p:spPr>
          <a:xfrm>
            <a:off x="7788920" y="4205436"/>
            <a:ext cx="1848594" cy="265226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الأشخاص والمجموعات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ائد مهم"/>
          <p:cNvSpPr/>
          <p:nvPr/>
        </p:nvSpPr>
        <p:spPr>
          <a:xfrm>
            <a:off x="6222504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قائد مهم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لماذا كان هذا الشخص مهمًا؟"/>
          <p:cNvSpPr/>
          <p:nvPr/>
        </p:nvSpPr>
        <p:spPr>
          <a:xfrm>
            <a:off x="6222504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هذا الشخص مهمًا؟</a:t>
            </a:r>
          </a:p>
          <a:p>
            <a:pPr algn="l" rtl="1"/>
            <a:endParaRPr lang="en-US"/>
          </a:p>
        </p:txBody>
      </p:sp>
      <p:sp>
        <p:nvSpPr>
          <p:cNvPr id="9" name="المجموعة 1"/>
          <p:cNvSpPr/>
          <p:nvPr/>
        </p:nvSpPr>
        <p:spPr>
          <a:xfrm>
            <a:off x="4264223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المجموعة 1</a:t>
            </a:r>
          </a:p>
          <a:p>
            <a:pPr algn="ctr" rtl="1"/>
            <a:endParaRPr lang="en-US"/>
          </a:p>
        </p:txBody>
      </p:sp>
      <p:sp>
        <p:nvSpPr>
          <p:cNvPr id="10" name="ماذا أرادت المجموعة 1؟"/>
          <p:cNvSpPr/>
          <p:nvPr/>
        </p:nvSpPr>
        <p:spPr>
          <a:xfrm>
            <a:off x="4264223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أرادت المجموعة 1؟</a:t>
            </a:r>
          </a:p>
          <a:p>
            <a:pPr algn="l" rtl="1"/>
            <a:endParaRPr lang="en-US"/>
          </a:p>
        </p:txBody>
      </p:sp>
      <p:sp>
        <p:nvSpPr>
          <p:cNvPr id="11" name="ما الاستنتاج الذي يمكنك الوصول إليه؟"/>
          <p:cNvSpPr/>
          <p:nvPr/>
        </p:nvSpPr>
        <p:spPr>
          <a:xfrm>
            <a:off x="4264223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 الاستنتاج الذي يمكنك الوصول إليه؟</a:t>
            </a:r>
          </a:p>
          <a:p>
            <a:pPr algn="l" rtl="1"/>
            <a:endParaRPr lang="en-US"/>
          </a:p>
        </p:txBody>
      </p:sp>
      <p:sp>
        <p:nvSpPr>
          <p:cNvPr id="12" name="المجموعة 2"/>
          <p:cNvSpPr/>
          <p:nvPr/>
        </p:nvSpPr>
        <p:spPr>
          <a:xfrm>
            <a:off x="2342555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المجموعة 2</a:t>
            </a:r>
          </a:p>
          <a:p>
            <a:pPr algn="ctr" rtl="1"/>
            <a:endParaRPr lang="en-US"/>
          </a:p>
        </p:txBody>
      </p:sp>
      <p:sp>
        <p:nvSpPr>
          <p:cNvPr id="13" name="ماذا أرادت المجموعة 2؟"/>
          <p:cNvSpPr/>
          <p:nvPr/>
        </p:nvSpPr>
        <p:spPr>
          <a:xfrm>
            <a:off x="2342555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أرادت المجموعة 2؟</a:t>
            </a:r>
          </a:p>
          <a:p>
            <a:pPr algn="l" rtl="1"/>
            <a:endParaRPr lang="en-US"/>
          </a:p>
        </p:txBody>
      </p:sp>
      <p:sp>
        <p:nvSpPr>
          <p:cNvPr id="14" name="النتيجة"/>
          <p:cNvSpPr/>
          <p:nvPr/>
        </p:nvSpPr>
        <p:spPr>
          <a:xfrm>
            <a:off x="2342555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sp>
        <p:nvSpPr>
          <p:cNvPr id="15" name="المجموعة 3"/>
          <p:cNvSpPr/>
          <p:nvPr/>
        </p:nvSpPr>
        <p:spPr>
          <a:xfrm>
            <a:off x="420886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المجموعة 3</a:t>
            </a:r>
          </a:p>
          <a:p>
            <a:pPr algn="ctr" rtl="1"/>
            <a:endParaRPr lang="en-US"/>
          </a:p>
        </p:txBody>
      </p:sp>
      <p:sp>
        <p:nvSpPr>
          <p:cNvPr id="16" name="ماذا أرادت المجموعة 3؟"/>
          <p:cNvSpPr/>
          <p:nvPr/>
        </p:nvSpPr>
        <p:spPr>
          <a:xfrm>
            <a:off x="420886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ماذا أرادت المجموعة 3؟</a:t>
            </a:r>
          </a:p>
          <a:p>
            <a:pPr algn="l" rtl="1"/>
            <a:endParaRPr lang="en-US"/>
          </a:p>
        </p:txBody>
      </p:sp>
      <p:sp>
        <p:nvSpPr>
          <p:cNvPr id="17" name="النتيجة"/>
          <p:cNvSpPr/>
          <p:nvPr/>
        </p:nvSpPr>
        <p:spPr>
          <a:xfrm>
            <a:off x="420886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لوگ اور گروہ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ہم رہنما"/>
          <p:cNvSpPr/>
          <p:nvPr/>
        </p:nvSpPr>
        <p:spPr>
          <a:xfrm>
            <a:off x="6222504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اہم رہنما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یہ شخص اہم کیوں تھا؟"/>
          <p:cNvSpPr/>
          <p:nvPr/>
        </p:nvSpPr>
        <p:spPr>
          <a:xfrm>
            <a:off x="6222504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شخص اہم کیوں تھا؟</a:t>
            </a:r>
          </a:p>
          <a:p>
            <a:pPr algn="l" rtl="1"/>
            <a:endParaRPr lang="en-US"/>
          </a:p>
        </p:txBody>
      </p:sp>
      <p:sp>
        <p:nvSpPr>
          <p:cNvPr id="9" name="گروہ 1"/>
          <p:cNvSpPr/>
          <p:nvPr/>
        </p:nvSpPr>
        <p:spPr>
          <a:xfrm>
            <a:off x="4264223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گروہ 1</a:t>
            </a:r>
          </a:p>
          <a:p>
            <a:pPr algn="ctr" rtl="1"/>
            <a:endParaRPr lang="en-US"/>
          </a:p>
        </p:txBody>
      </p:sp>
      <p:sp>
        <p:nvSpPr>
          <p:cNvPr id="10" name="گروہ 1 کیا چاہتا تھا؟"/>
          <p:cNvSpPr/>
          <p:nvPr/>
        </p:nvSpPr>
        <p:spPr>
          <a:xfrm>
            <a:off x="4264223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1 کیا چاہتا تھا؟</a:t>
            </a:r>
          </a:p>
          <a:p>
            <a:pPr algn="l" rtl="1"/>
            <a:endParaRPr lang="en-US"/>
          </a:p>
        </p:txBody>
      </p:sp>
      <p:sp>
        <p:nvSpPr>
          <p:cNvPr id="11" name="آپ کیا نتیجہ نکال سکتے ہیں؟"/>
          <p:cNvSpPr/>
          <p:nvPr/>
        </p:nvSpPr>
        <p:spPr>
          <a:xfrm>
            <a:off x="4264223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آپ کیا نتیجہ نکال سکتے ہیں؟</a:t>
            </a:r>
          </a:p>
          <a:p>
            <a:pPr algn="l" rtl="1"/>
            <a:endParaRPr lang="en-US"/>
          </a:p>
        </p:txBody>
      </p:sp>
      <p:sp>
        <p:nvSpPr>
          <p:cNvPr id="12" name="گروہ 2"/>
          <p:cNvSpPr/>
          <p:nvPr/>
        </p:nvSpPr>
        <p:spPr>
          <a:xfrm>
            <a:off x="2342555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گروہ 2</a:t>
            </a:r>
          </a:p>
          <a:p>
            <a:pPr algn="ctr" rtl="1"/>
            <a:endParaRPr lang="en-US"/>
          </a:p>
        </p:txBody>
      </p:sp>
      <p:sp>
        <p:nvSpPr>
          <p:cNvPr id="13" name="گروہ 2 کیا چاہتا تھا؟"/>
          <p:cNvSpPr/>
          <p:nvPr/>
        </p:nvSpPr>
        <p:spPr>
          <a:xfrm>
            <a:off x="2342555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2 کیا چاہتا تھا؟</a:t>
            </a:r>
          </a:p>
          <a:p>
            <a:pPr algn="l" rtl="1"/>
            <a:endParaRPr lang="en-US"/>
          </a:p>
        </p:txBody>
      </p:sp>
      <p:sp>
        <p:nvSpPr>
          <p:cNvPr id="14" name="نتیجہ"/>
          <p:cNvSpPr/>
          <p:nvPr/>
        </p:nvSpPr>
        <p:spPr>
          <a:xfrm>
            <a:off x="2342555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sp>
        <p:nvSpPr>
          <p:cNvPr id="15" name="گروہ 3"/>
          <p:cNvSpPr/>
          <p:nvPr/>
        </p:nvSpPr>
        <p:spPr>
          <a:xfrm>
            <a:off x="420886" y="1133921"/>
            <a:ext cx="1848594" cy="39618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گروہ 3</a:t>
            </a:r>
          </a:p>
          <a:p>
            <a:pPr algn="ctr" rtl="1"/>
            <a:endParaRPr lang="en-US"/>
          </a:p>
        </p:txBody>
      </p:sp>
      <p:sp>
        <p:nvSpPr>
          <p:cNvPr id="16" name="گروہ 3 کیا چاہتا تھا؟"/>
          <p:cNvSpPr/>
          <p:nvPr/>
        </p:nvSpPr>
        <p:spPr>
          <a:xfrm>
            <a:off x="420886" y="1594098"/>
            <a:ext cx="1848594" cy="25997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3 کیا چاہتا تھا؟</a:t>
            </a:r>
          </a:p>
          <a:p>
            <a:pPr algn="l" rtl="1"/>
            <a:endParaRPr lang="en-US"/>
          </a:p>
        </p:txBody>
      </p:sp>
      <p:sp>
        <p:nvSpPr>
          <p:cNvPr id="17" name="نتیجہ"/>
          <p:cNvSpPr/>
          <p:nvPr/>
        </p:nvSpPr>
        <p:spPr>
          <a:xfrm>
            <a:off x="420886" y="4257824"/>
            <a:ext cx="1848594" cy="259987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People and Groups — 7 languages</dc:title>
  <dc:creator>TCEA / Miguel Guhlin</dc:creator>
  <cp:lastModifiedBy>TCEA</cp:lastModifiedBy>
</cp:coreProperties>
</file>