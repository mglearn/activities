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Impact Quadrants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olitical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Political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Economic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Economic</a:t>
            </a:r>
          </a:p>
          <a:p>
            <a:pPr algn="l"/>
            <a:endParaRPr lang="en-US"/>
          </a:p>
        </p:txBody>
      </p:sp>
      <p:sp>
        <p:nvSpPr>
          <p:cNvPr id="10" name="Social / Cultural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Social / Cultural</a:t>
            </a:r>
          </a:p>
          <a:p>
            <a:pPr algn="l"/>
            <a:endParaRPr lang="en-US"/>
          </a:p>
        </p:txBody>
      </p:sp>
      <p:sp>
        <p:nvSpPr>
          <p:cNvPr id="11" name="Geographic / Environmental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Geographic / Environmental</a:t>
            </a:r>
          </a:p>
          <a:p>
            <a:pPr algn="l"/>
            <a:endParaRPr lang="en-US"/>
          </a:p>
        </p:txBody>
      </p:sp>
      <p:sp>
        <p:nvSpPr>
          <p:cNvPr id="12" name="Immediate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</a:t>
            </a:r>
          </a:p>
          <a:p>
            <a:pPr algn="l"/>
            <a:endParaRPr lang="en-US"/>
          </a:p>
        </p:txBody>
      </p:sp>
      <p:sp>
        <p:nvSpPr>
          <p:cNvPr id="13" name="Long-Term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</a:t>
            </a:r>
          </a:p>
          <a:p>
            <a:pPr algn="l"/>
            <a:endParaRPr lang="en-US"/>
          </a:p>
        </p:txBody>
      </p:sp>
      <p:sp>
        <p:nvSpPr>
          <p:cNvPr id="14" name="Which impact was most significant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impact was most significant?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Cuadrantes de impacto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olítico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Político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Económico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Económico</a:t>
            </a:r>
          </a:p>
          <a:p>
            <a:pPr algn="l"/>
            <a:endParaRPr lang="en-US"/>
          </a:p>
        </p:txBody>
      </p:sp>
      <p:sp>
        <p:nvSpPr>
          <p:cNvPr id="10" name="Social / Cultural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Social / Cultural</a:t>
            </a:r>
          </a:p>
          <a:p>
            <a:pPr algn="l"/>
            <a:endParaRPr lang="en-US"/>
          </a:p>
        </p:txBody>
      </p:sp>
      <p:sp>
        <p:nvSpPr>
          <p:cNvPr id="11" name="Geográfico / Ambiental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Geográfico / Ambiental</a:t>
            </a:r>
          </a:p>
          <a:p>
            <a:pPr algn="l"/>
            <a:endParaRPr lang="en-US"/>
          </a:p>
        </p:txBody>
      </p:sp>
      <p:sp>
        <p:nvSpPr>
          <p:cNvPr id="12" name="Inmediato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Inmediato</a:t>
            </a:r>
          </a:p>
          <a:p>
            <a:pPr algn="l"/>
            <a:endParaRPr lang="en-US"/>
          </a:p>
        </p:txBody>
      </p:sp>
      <p:sp>
        <p:nvSpPr>
          <p:cNvPr id="13" name="A largo plazo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largo plazo</a:t>
            </a:r>
          </a:p>
          <a:p>
            <a:pPr algn="l"/>
            <a:endParaRPr lang="en-US"/>
          </a:p>
        </p:txBody>
      </p:sp>
      <p:sp>
        <p:nvSpPr>
          <p:cNvPr id="14" name="¿Qué impacto fue más significativo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impacto fue más significativo?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Bốn góc tác động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hính trị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Chính trị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Kinh tế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Kinh tế</a:t>
            </a:r>
          </a:p>
          <a:p>
            <a:pPr algn="l"/>
            <a:endParaRPr lang="en-US"/>
          </a:p>
        </p:txBody>
      </p:sp>
      <p:sp>
        <p:nvSpPr>
          <p:cNvPr id="10" name="Xã hội / Văn hóa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Xã hội / Văn hóa</a:t>
            </a:r>
          </a:p>
          <a:p>
            <a:pPr algn="l"/>
            <a:endParaRPr lang="en-US"/>
          </a:p>
        </p:txBody>
      </p:sp>
      <p:sp>
        <p:nvSpPr>
          <p:cNvPr id="11" name="Địa lý / Môi trường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/ Môi trường</a:t>
            </a:r>
          </a:p>
          <a:p>
            <a:pPr algn="l"/>
            <a:endParaRPr lang="en-US"/>
          </a:p>
        </p:txBody>
      </p:sp>
      <p:sp>
        <p:nvSpPr>
          <p:cNvPr id="12" name="Trước mắt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 mắt</a:t>
            </a:r>
          </a:p>
          <a:p>
            <a:pPr algn="l"/>
            <a:endParaRPr lang="en-US"/>
          </a:p>
        </p:txBody>
      </p:sp>
      <p:sp>
        <p:nvSpPr>
          <p:cNvPr id="13" name="Lâu dài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Lâu dài</a:t>
            </a:r>
          </a:p>
          <a:p>
            <a:pPr algn="l"/>
            <a:endParaRPr lang="en-US"/>
          </a:p>
        </p:txBody>
      </p:sp>
      <p:sp>
        <p:nvSpPr>
          <p:cNvPr id="14" name="Tác động nào quan trọng nhất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nào quan trọng nhất?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事件影响四象限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政治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政治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经济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经济</a:t>
            </a:r>
          </a:p>
          <a:p>
            <a:pPr algn="l"/>
            <a:endParaRPr lang="en-US"/>
          </a:p>
        </p:txBody>
      </p:sp>
      <p:sp>
        <p:nvSpPr>
          <p:cNvPr id="10" name="社会 / 文化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社会 / 文化</a:t>
            </a:r>
          </a:p>
          <a:p>
            <a:pPr algn="l"/>
            <a:endParaRPr lang="en-US"/>
          </a:p>
        </p:txBody>
      </p:sp>
      <p:sp>
        <p:nvSpPr>
          <p:cNvPr id="11" name="地理 / 环境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地理 / 环境</a:t>
            </a:r>
          </a:p>
          <a:p>
            <a:pPr algn="l"/>
            <a:endParaRPr lang="en-US"/>
          </a:p>
        </p:txBody>
      </p:sp>
      <p:sp>
        <p:nvSpPr>
          <p:cNvPr id="12" name="直接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</a:t>
            </a:r>
          </a:p>
          <a:p>
            <a:pPr algn="l"/>
            <a:endParaRPr lang="en-US"/>
          </a:p>
        </p:txBody>
      </p:sp>
      <p:sp>
        <p:nvSpPr>
          <p:cNvPr id="13" name="长期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</a:t>
            </a:r>
          </a:p>
          <a:p>
            <a:pPr algn="l"/>
            <a:endParaRPr lang="en-US"/>
          </a:p>
        </p:txBody>
      </p:sp>
      <p:sp>
        <p:nvSpPr>
          <p:cNvPr id="14" name="哪项影响最重要？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哪项影响最重要？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प्रभाव चतुर्थांश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राजनीतिक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राजनीतिक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आर्थिक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आर्थिक</a:t>
            </a:r>
          </a:p>
          <a:p>
            <a:pPr algn="l"/>
            <a:endParaRPr lang="en-US"/>
          </a:p>
        </p:txBody>
      </p:sp>
      <p:sp>
        <p:nvSpPr>
          <p:cNvPr id="10" name="सामाजिक / सांस्कृतिक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सामाजिक / सांस्कृतिक</a:t>
            </a:r>
          </a:p>
          <a:p>
            <a:pPr algn="l"/>
            <a:endParaRPr lang="en-US"/>
          </a:p>
        </p:txBody>
      </p:sp>
      <p:sp>
        <p:nvSpPr>
          <p:cNvPr id="11" name="भौगोलिक / पर्यावरणीय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भौगोलिक / पर्यावरणीय</a:t>
            </a:r>
          </a:p>
          <a:p>
            <a:pPr algn="l"/>
            <a:endParaRPr lang="en-US"/>
          </a:p>
        </p:txBody>
      </p:sp>
      <p:sp>
        <p:nvSpPr>
          <p:cNvPr id="12" name="तत्काल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</a:t>
            </a:r>
          </a:p>
          <a:p>
            <a:pPr algn="l"/>
            <a:endParaRPr lang="en-US"/>
          </a:p>
        </p:txBody>
      </p:sp>
      <p:sp>
        <p:nvSpPr>
          <p:cNvPr id="13" name="दीर्घकालिक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</a:t>
            </a:r>
          </a:p>
          <a:p>
            <a:pPr algn="l"/>
            <a:endParaRPr lang="en-US"/>
          </a:p>
        </p:txBody>
      </p:sp>
      <p:sp>
        <p:nvSpPr>
          <p:cNvPr id="14" name="कौन-सा प्रभाव सबसे महत्वपूर्ण था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कौन-सा प्रभाव सबसे महत्वपूर्ण था?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أرباع تأثير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ياسي"/>
          <p:cNvSpPr/>
          <p:nvPr/>
        </p:nvSpPr>
        <p:spPr>
          <a:xfrm>
            <a:off x="627816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سياسي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853458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قتصادي"/>
          <p:cNvSpPr/>
          <p:nvPr/>
        </p:nvSpPr>
        <p:spPr>
          <a:xfrm>
            <a:off x="421035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اقتصادي</a:t>
            </a:r>
          </a:p>
          <a:p>
            <a:pPr algn="l" rtl="1"/>
            <a:endParaRPr lang="en-US"/>
          </a:p>
        </p:txBody>
      </p:sp>
      <p:sp>
        <p:nvSpPr>
          <p:cNvPr id="10" name="اجتماعي / ثقافي"/>
          <p:cNvSpPr/>
          <p:nvPr/>
        </p:nvSpPr>
        <p:spPr>
          <a:xfrm>
            <a:off x="627816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اجتماعي / ثقافي</a:t>
            </a:r>
          </a:p>
          <a:p>
            <a:pPr algn="l" rtl="1"/>
            <a:endParaRPr lang="en-US"/>
          </a:p>
        </p:txBody>
      </p:sp>
      <p:sp>
        <p:nvSpPr>
          <p:cNvPr id="11" name="جغرافي / بيئي"/>
          <p:cNvSpPr/>
          <p:nvPr/>
        </p:nvSpPr>
        <p:spPr>
          <a:xfrm>
            <a:off x="421035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جغرافي / بيئي</a:t>
            </a:r>
          </a:p>
          <a:p>
            <a:pPr algn="l" rtl="1"/>
            <a:endParaRPr lang="en-US"/>
          </a:p>
        </p:txBody>
      </p:sp>
      <p:sp>
        <p:nvSpPr>
          <p:cNvPr id="12" name="فوري"/>
          <p:cNvSpPr/>
          <p:nvPr/>
        </p:nvSpPr>
        <p:spPr>
          <a:xfrm>
            <a:off x="662627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فوري</a:t>
            </a:r>
          </a:p>
          <a:p>
            <a:pPr algn="l" rtl="1"/>
            <a:endParaRPr lang="en-US"/>
          </a:p>
        </p:txBody>
      </p:sp>
      <p:sp>
        <p:nvSpPr>
          <p:cNvPr id="13" name="طويل المدى"/>
          <p:cNvSpPr/>
          <p:nvPr/>
        </p:nvSpPr>
        <p:spPr>
          <a:xfrm>
            <a:off x="352365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طويل المدى</a:t>
            </a:r>
          </a:p>
          <a:p>
            <a:pPr algn="l" rtl="1"/>
            <a:endParaRPr lang="en-US"/>
          </a:p>
        </p:txBody>
      </p:sp>
      <p:sp>
        <p:nvSpPr>
          <p:cNvPr id="14" name="أي أثر كان الأكثر أهمية؟"/>
          <p:cNvSpPr/>
          <p:nvPr/>
        </p:nvSpPr>
        <p:spPr>
          <a:xfrm>
            <a:off x="42103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 أثر كان الأكثر أهمية؟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کے اثرات کے چار حصے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یاسی"/>
          <p:cNvSpPr/>
          <p:nvPr/>
        </p:nvSpPr>
        <p:spPr>
          <a:xfrm>
            <a:off x="627816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سیاسی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853458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قتصادی"/>
          <p:cNvSpPr/>
          <p:nvPr/>
        </p:nvSpPr>
        <p:spPr>
          <a:xfrm>
            <a:off x="421035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اقتصادی</a:t>
            </a:r>
          </a:p>
          <a:p>
            <a:pPr algn="l" rtl="1"/>
            <a:endParaRPr lang="en-US"/>
          </a:p>
        </p:txBody>
      </p:sp>
      <p:sp>
        <p:nvSpPr>
          <p:cNvPr id="10" name="سماجی / ثقافتی"/>
          <p:cNvSpPr/>
          <p:nvPr/>
        </p:nvSpPr>
        <p:spPr>
          <a:xfrm>
            <a:off x="627816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سماجی / ثقافتی</a:t>
            </a:r>
          </a:p>
          <a:p>
            <a:pPr algn="l" rtl="1"/>
            <a:endParaRPr lang="en-US"/>
          </a:p>
        </p:txBody>
      </p:sp>
      <p:sp>
        <p:nvSpPr>
          <p:cNvPr id="11" name="جغرافیائی / ماحولیاتی"/>
          <p:cNvSpPr/>
          <p:nvPr/>
        </p:nvSpPr>
        <p:spPr>
          <a:xfrm>
            <a:off x="421035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جغرافیائی / ماحولیاتی</a:t>
            </a:r>
          </a:p>
          <a:p>
            <a:pPr algn="l" rtl="1"/>
            <a:endParaRPr lang="en-US"/>
          </a:p>
        </p:txBody>
      </p:sp>
      <p:sp>
        <p:nvSpPr>
          <p:cNvPr id="12" name="فوری"/>
          <p:cNvSpPr/>
          <p:nvPr/>
        </p:nvSpPr>
        <p:spPr>
          <a:xfrm>
            <a:off x="662627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</a:t>
            </a:r>
          </a:p>
          <a:p>
            <a:pPr algn="l" rtl="1"/>
            <a:endParaRPr lang="en-US"/>
          </a:p>
        </p:txBody>
      </p:sp>
      <p:sp>
        <p:nvSpPr>
          <p:cNvPr id="13" name="طویل مدتی"/>
          <p:cNvSpPr/>
          <p:nvPr/>
        </p:nvSpPr>
        <p:spPr>
          <a:xfrm>
            <a:off x="352365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</a:t>
            </a:r>
          </a:p>
          <a:p>
            <a:pPr algn="l" rtl="1"/>
            <a:endParaRPr lang="en-US"/>
          </a:p>
        </p:txBody>
      </p:sp>
      <p:sp>
        <p:nvSpPr>
          <p:cNvPr id="14" name="کون سا اثر سب سے اہم تھا؟"/>
          <p:cNvSpPr/>
          <p:nvPr/>
        </p:nvSpPr>
        <p:spPr>
          <a:xfrm>
            <a:off x="42103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سا اثر سب سے اہم تھا؟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Impact Quadrants — 7 languages</dc:title>
  <dc:creator>TCEA / Miguel Guhlin</dc:creator>
  <cp:lastModifiedBy>TCEA</cp:lastModifiedBy>
</cp:coreProperties>
</file>