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Turning Point Analysis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efore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Before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l"/>
            <a:endParaRPr lang="en-US"/>
          </a:p>
        </p:txBody>
      </p:sp>
      <p:sp>
        <p:nvSpPr>
          <p:cNvPr id="9" name="Immediate Change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Immediate Change</a:t>
            </a:r>
          </a:p>
          <a:p>
            <a:pPr algn="l"/>
            <a:endParaRPr lang="en-US"/>
          </a:p>
        </p:txBody>
      </p:sp>
      <p:sp>
        <p:nvSpPr>
          <p:cNvPr id="10" name="Long-Term Change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Long-Term Change</a:t>
            </a:r>
          </a:p>
          <a:p>
            <a:pPr algn="l"/>
            <a:endParaRPr lang="en-US"/>
          </a:p>
        </p:txBody>
      </p:sp>
      <p:sp>
        <p:nvSpPr>
          <p:cNvPr id="11" name="What continued?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continued?</a:t>
            </a:r>
          </a:p>
          <a:p>
            <a:pPr algn="l"/>
            <a:endParaRPr lang="en-US"/>
          </a:p>
        </p:txBody>
      </p:sp>
      <p:sp>
        <p:nvSpPr>
          <p:cNvPr id="12" name="Was it truly a turning point?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Was it truly a turning point?</a:t>
            </a:r>
          </a:p>
          <a:p>
            <a:pPr algn="l"/>
            <a:endParaRPr lang="en-US"/>
          </a:p>
        </p:txBody>
      </p:sp>
      <p:sp>
        <p:nvSpPr>
          <p:cNvPr id="13" name="Evidence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Evidence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Análisis de punto de inflexión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ntes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Antes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l"/>
            <a:endParaRPr lang="en-US"/>
          </a:p>
        </p:txBody>
      </p:sp>
      <p:sp>
        <p:nvSpPr>
          <p:cNvPr id="9" name="Cambio inmediato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Cambio inmediato</a:t>
            </a:r>
          </a:p>
          <a:p>
            <a:pPr algn="l"/>
            <a:endParaRPr lang="en-US"/>
          </a:p>
        </p:txBody>
      </p:sp>
      <p:sp>
        <p:nvSpPr>
          <p:cNvPr id="10" name="Cambio a largo plazo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Cambio a largo plazo</a:t>
            </a:r>
          </a:p>
          <a:p>
            <a:pPr algn="l"/>
            <a:endParaRPr lang="en-US"/>
          </a:p>
        </p:txBody>
      </p:sp>
      <p:sp>
        <p:nvSpPr>
          <p:cNvPr id="11" name="¿Qué continuó?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continuó?</a:t>
            </a:r>
          </a:p>
          <a:p>
            <a:pPr algn="l"/>
            <a:endParaRPr lang="en-US"/>
          </a:p>
        </p:txBody>
      </p:sp>
      <p:sp>
        <p:nvSpPr>
          <p:cNvPr id="12" name="¿Fue realmente un punto de inflexión?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¿Fue realmente un punto de inflexión?</a:t>
            </a:r>
          </a:p>
          <a:p>
            <a:pPr algn="l"/>
            <a:endParaRPr lang="en-US"/>
          </a:p>
        </p:txBody>
      </p:sp>
      <p:sp>
        <p:nvSpPr>
          <p:cNvPr id="13" name="Evidencia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Phân tích bước ngoặt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ước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l"/>
            <a:endParaRPr lang="en-US"/>
          </a:p>
        </p:txBody>
      </p:sp>
      <p:sp>
        <p:nvSpPr>
          <p:cNvPr id="9" name="Thay đổi ngay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ngay</a:t>
            </a:r>
          </a:p>
          <a:p>
            <a:pPr algn="l"/>
            <a:endParaRPr lang="en-US"/>
          </a:p>
        </p:txBody>
      </p:sp>
      <p:sp>
        <p:nvSpPr>
          <p:cNvPr id="10" name="Thay đổi dài hạn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dài hạn</a:t>
            </a:r>
          </a:p>
          <a:p>
            <a:pPr algn="l"/>
            <a:endParaRPr lang="en-US"/>
          </a:p>
        </p:txBody>
      </p:sp>
      <p:sp>
        <p:nvSpPr>
          <p:cNvPr id="11" name="Điều gì tiếp tục?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tiếp tục?</a:t>
            </a:r>
          </a:p>
          <a:p>
            <a:pPr algn="l"/>
            <a:endParaRPr lang="en-US"/>
          </a:p>
        </p:txBody>
      </p:sp>
      <p:sp>
        <p:nvSpPr>
          <p:cNvPr id="12" name="Có thực sự là bước ngoặt?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Có thực sự là bước ngoặt?</a:t>
            </a:r>
          </a:p>
          <a:p>
            <a:pPr algn="l"/>
            <a:endParaRPr lang="en-US"/>
          </a:p>
        </p:txBody>
      </p:sp>
      <p:sp>
        <p:nvSpPr>
          <p:cNvPr id="13" name="Bằng chứng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转折点分析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之前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之前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l"/>
            <a:endParaRPr lang="en-US"/>
          </a:p>
        </p:txBody>
      </p:sp>
      <p:sp>
        <p:nvSpPr>
          <p:cNvPr id="9" name="直接变化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直接变化</a:t>
            </a:r>
          </a:p>
          <a:p>
            <a:pPr algn="l"/>
            <a:endParaRPr lang="en-US"/>
          </a:p>
        </p:txBody>
      </p:sp>
      <p:sp>
        <p:nvSpPr>
          <p:cNvPr id="10" name="长期变化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长期变化</a:t>
            </a:r>
          </a:p>
          <a:p>
            <a:pPr algn="l"/>
            <a:endParaRPr lang="en-US"/>
          </a:p>
        </p:txBody>
      </p:sp>
      <p:sp>
        <p:nvSpPr>
          <p:cNvPr id="11" name="什么延续下来？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什么延续下来？</a:t>
            </a:r>
          </a:p>
          <a:p>
            <a:pPr algn="l"/>
            <a:endParaRPr lang="en-US"/>
          </a:p>
        </p:txBody>
      </p:sp>
      <p:sp>
        <p:nvSpPr>
          <p:cNvPr id="12" name="它真的是转折点吗？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它真的是转折点吗？</a:t>
            </a:r>
          </a:p>
          <a:p>
            <a:pPr algn="l"/>
            <a:endParaRPr lang="en-US"/>
          </a:p>
        </p:txBody>
      </p:sp>
      <p:sp>
        <p:nvSpPr>
          <p:cNvPr id="13" name="证据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मोड़ बिंदु विश्लेषण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हले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पहले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l"/>
            <a:endParaRPr lang="en-US"/>
          </a:p>
        </p:txBody>
      </p:sp>
      <p:sp>
        <p:nvSpPr>
          <p:cNvPr id="9" name="तत्काल बदलाव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तत्काल बदलाव</a:t>
            </a:r>
          </a:p>
          <a:p>
            <a:pPr algn="l"/>
            <a:endParaRPr lang="en-US"/>
          </a:p>
        </p:txBody>
      </p:sp>
      <p:sp>
        <p:nvSpPr>
          <p:cNvPr id="10" name="दीर्घकालिक बदलाव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दीर्घकालिक बदलाव</a:t>
            </a:r>
          </a:p>
          <a:p>
            <a:pPr algn="l"/>
            <a:endParaRPr lang="en-US"/>
          </a:p>
        </p:txBody>
      </p:sp>
      <p:sp>
        <p:nvSpPr>
          <p:cNvPr id="11" name="क्या जारी रहा?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जारी रहा?</a:t>
            </a:r>
          </a:p>
          <a:p>
            <a:pPr algn="l"/>
            <a:endParaRPr lang="en-US"/>
          </a:p>
        </p:txBody>
      </p:sp>
      <p:sp>
        <p:nvSpPr>
          <p:cNvPr id="12" name="क्या यह वास्तव में मोड़ बिंदु था?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क्या यह वास्तव में मोड़ बिंदु था?</a:t>
            </a:r>
          </a:p>
          <a:p>
            <a:pPr algn="l"/>
            <a:endParaRPr lang="en-US"/>
          </a:p>
        </p:txBody>
      </p:sp>
      <p:sp>
        <p:nvSpPr>
          <p:cNvPr id="13" name="प्रमाण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تحليل نقطة التحول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بل"/>
          <p:cNvSpPr/>
          <p:nvPr/>
        </p:nvSpPr>
        <p:spPr>
          <a:xfrm>
            <a:off x="6620173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قبل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520529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l" rtl="1"/>
            <a:endParaRPr lang="en-US"/>
          </a:p>
        </p:txBody>
      </p:sp>
      <p:sp>
        <p:nvSpPr>
          <p:cNvPr id="9" name="تغيير فوري"/>
          <p:cNvSpPr/>
          <p:nvPr/>
        </p:nvSpPr>
        <p:spPr>
          <a:xfrm>
            <a:off x="421035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تغيير فوري</a:t>
            </a:r>
          </a:p>
          <a:p>
            <a:pPr algn="l" rtl="1"/>
            <a:endParaRPr lang="en-US"/>
          </a:p>
        </p:txBody>
      </p:sp>
      <p:sp>
        <p:nvSpPr>
          <p:cNvPr id="10" name="تغيير طويل المدى"/>
          <p:cNvSpPr/>
          <p:nvPr/>
        </p:nvSpPr>
        <p:spPr>
          <a:xfrm>
            <a:off x="6620173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تغيير طويل المدى</a:t>
            </a:r>
          </a:p>
          <a:p>
            <a:pPr algn="l" rtl="1"/>
            <a:endParaRPr lang="en-US"/>
          </a:p>
        </p:txBody>
      </p:sp>
      <p:sp>
        <p:nvSpPr>
          <p:cNvPr id="11" name="ما الذي استمر؟"/>
          <p:cNvSpPr/>
          <p:nvPr/>
        </p:nvSpPr>
        <p:spPr>
          <a:xfrm>
            <a:off x="3520529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الذي استمر؟</a:t>
            </a:r>
          </a:p>
          <a:p>
            <a:pPr algn="l" rtl="1"/>
            <a:endParaRPr lang="en-US"/>
          </a:p>
        </p:txBody>
      </p:sp>
      <p:sp>
        <p:nvSpPr>
          <p:cNvPr id="12" name="هل كان فعلًا نقطة تحوّل؟"/>
          <p:cNvSpPr/>
          <p:nvPr/>
        </p:nvSpPr>
        <p:spPr>
          <a:xfrm>
            <a:off x="421035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هل كان فعلًا نقطة تحوّل؟</a:t>
            </a:r>
          </a:p>
          <a:p>
            <a:pPr algn="l" rtl="1"/>
            <a:endParaRPr lang="en-US"/>
          </a:p>
        </p:txBody>
      </p:sp>
      <p:sp>
        <p:nvSpPr>
          <p:cNvPr id="13" name="الدليل"/>
          <p:cNvSpPr/>
          <p:nvPr/>
        </p:nvSpPr>
        <p:spPr>
          <a:xfrm>
            <a:off x="421035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اہم موڑ کا تجزیہ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پہلے"/>
          <p:cNvSpPr/>
          <p:nvPr/>
        </p:nvSpPr>
        <p:spPr>
          <a:xfrm>
            <a:off x="6620173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پہلے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520529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l" rtl="1"/>
            <a:endParaRPr lang="en-US"/>
          </a:p>
        </p:txBody>
      </p:sp>
      <p:sp>
        <p:nvSpPr>
          <p:cNvPr id="9" name="فوری تبدیلی"/>
          <p:cNvSpPr/>
          <p:nvPr/>
        </p:nvSpPr>
        <p:spPr>
          <a:xfrm>
            <a:off x="421035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فوری تبدیلی</a:t>
            </a:r>
          </a:p>
          <a:p>
            <a:pPr algn="l" rtl="1"/>
            <a:endParaRPr lang="en-US"/>
          </a:p>
        </p:txBody>
      </p:sp>
      <p:sp>
        <p:nvSpPr>
          <p:cNvPr id="10" name="طویل مدتی تبدیلی"/>
          <p:cNvSpPr/>
          <p:nvPr/>
        </p:nvSpPr>
        <p:spPr>
          <a:xfrm>
            <a:off x="6620173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طویل مدتی تبدیلی</a:t>
            </a:r>
          </a:p>
          <a:p>
            <a:pPr algn="l" rtl="1"/>
            <a:endParaRPr lang="en-US"/>
          </a:p>
        </p:txBody>
      </p:sp>
      <p:sp>
        <p:nvSpPr>
          <p:cNvPr id="11" name="کیا جاری رہا؟"/>
          <p:cNvSpPr/>
          <p:nvPr/>
        </p:nvSpPr>
        <p:spPr>
          <a:xfrm>
            <a:off x="3520529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جاری رہا؟</a:t>
            </a:r>
          </a:p>
          <a:p>
            <a:pPr algn="l" rtl="1"/>
            <a:endParaRPr lang="en-US"/>
          </a:p>
        </p:txBody>
      </p:sp>
      <p:sp>
        <p:nvSpPr>
          <p:cNvPr id="12" name="کیا یہ واقعی اہم موڑ تھا؟"/>
          <p:cNvSpPr/>
          <p:nvPr/>
        </p:nvSpPr>
        <p:spPr>
          <a:xfrm>
            <a:off x="421035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کیا یہ واقعی اہم موڑ تھا؟</a:t>
            </a:r>
          </a:p>
          <a:p>
            <a:pPr algn="l" rtl="1"/>
            <a:endParaRPr lang="en-US"/>
          </a:p>
        </p:txBody>
      </p:sp>
      <p:sp>
        <p:nvSpPr>
          <p:cNvPr id="13" name="ثبوت"/>
          <p:cNvSpPr/>
          <p:nvPr/>
        </p:nvSpPr>
        <p:spPr>
          <a:xfrm>
            <a:off x="421035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Turning Point Analysis — 7 languages</dc:title>
  <dc:creator>TCEA / Miguel Guhlin</dc:creator>
  <cp:lastModifiedBy>TCEA</cp:lastModifiedBy>
</cp:coreProperties>
</file>