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Geography of an Event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Physical Geography"/>
          <p:cNvSpPr/>
          <p:nvPr/>
        </p:nvSpPr>
        <p:spPr>
          <a:xfrm>
            <a:off x="420886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Physical Geography</a:t>
            </a:r>
          </a:p>
          <a:p>
            <a:pPr algn="l"/>
            <a:endParaRPr lang="en-US"/>
          </a:p>
        </p:txBody>
      </p:sp>
      <p:sp>
        <p:nvSpPr>
          <p:cNvPr id="8" name="The Event"/>
          <p:cNvSpPr/>
          <p:nvPr/>
        </p:nvSpPr>
        <p:spPr>
          <a:xfrm>
            <a:off x="3621584" y="1133921"/>
            <a:ext cx="2815084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</p:txBody>
      </p:sp>
      <p:sp>
        <p:nvSpPr>
          <p:cNvPr id="9" name="Human Geography"/>
          <p:cNvSpPr/>
          <p:nvPr/>
        </p:nvSpPr>
        <p:spPr>
          <a:xfrm>
            <a:off x="6509742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Human Geography</a:t>
            </a:r>
          </a:p>
          <a:p>
            <a:pPr algn="l"/>
            <a:endParaRPr lang="en-US"/>
          </a:p>
        </p:txBody>
      </p:sp>
      <p:sp>
        <p:nvSpPr>
          <p:cNvPr id="10" name="Resources"/>
          <p:cNvSpPr/>
          <p:nvPr/>
        </p:nvSpPr>
        <p:spPr>
          <a:xfrm>
            <a:off x="420886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Resources</a:t>
            </a:r>
          </a:p>
          <a:p>
            <a:pPr algn="l"/>
            <a:endParaRPr lang="en-US"/>
          </a:p>
        </p:txBody>
      </p:sp>
      <p:sp>
        <p:nvSpPr>
          <p:cNvPr id="11" name="Movement / Routes"/>
          <p:cNvSpPr/>
          <p:nvPr/>
        </p:nvSpPr>
        <p:spPr>
          <a:xfrm>
            <a:off x="6509742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Movement / Routes</a:t>
            </a:r>
          </a:p>
          <a:p>
            <a:pPr algn="l"/>
            <a:endParaRPr lang="en-US"/>
          </a:p>
        </p:txBody>
      </p:sp>
      <p:sp>
        <p:nvSpPr>
          <p:cNvPr id="12" name="Why did location matter?"/>
          <p:cNvSpPr/>
          <p:nvPr/>
        </p:nvSpPr>
        <p:spPr>
          <a:xfrm>
            <a:off x="420886" y="5411539"/>
            <a:ext cx="4562475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Why did location matter?</a:t>
            </a:r>
          </a:p>
          <a:p>
            <a:pPr algn="l"/>
            <a:endParaRPr lang="en-US"/>
          </a:p>
        </p:txBody>
      </p:sp>
      <p:sp>
        <p:nvSpPr>
          <p:cNvPr id="13" name="Geographic Effect"/>
          <p:cNvSpPr/>
          <p:nvPr/>
        </p:nvSpPr>
        <p:spPr>
          <a:xfrm>
            <a:off x="5074741" y="5411539"/>
            <a:ext cx="4562624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Geographic Effect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6-8: research, chronology, cause/effect, comparison, historical context, perspective, source evaluation, visual communication.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Geografía de un evento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Geografía física"/>
          <p:cNvSpPr/>
          <p:nvPr/>
        </p:nvSpPr>
        <p:spPr>
          <a:xfrm>
            <a:off x="420886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Geografía física</a:t>
            </a:r>
          </a:p>
          <a:p>
            <a:pPr algn="l"/>
            <a:endParaRPr lang="en-US"/>
          </a:p>
        </p:txBody>
      </p:sp>
      <p:sp>
        <p:nvSpPr>
          <p:cNvPr id="8" name="El evento"/>
          <p:cNvSpPr/>
          <p:nvPr/>
        </p:nvSpPr>
        <p:spPr>
          <a:xfrm>
            <a:off x="3621584" y="1133921"/>
            <a:ext cx="2815084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9" name="Geografía humana"/>
          <p:cNvSpPr/>
          <p:nvPr/>
        </p:nvSpPr>
        <p:spPr>
          <a:xfrm>
            <a:off x="6509742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Geografía humana</a:t>
            </a:r>
          </a:p>
          <a:p>
            <a:pPr algn="l"/>
            <a:endParaRPr lang="en-US"/>
          </a:p>
        </p:txBody>
      </p:sp>
      <p:sp>
        <p:nvSpPr>
          <p:cNvPr id="10" name="Recursos"/>
          <p:cNvSpPr/>
          <p:nvPr/>
        </p:nvSpPr>
        <p:spPr>
          <a:xfrm>
            <a:off x="420886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Recursos</a:t>
            </a:r>
          </a:p>
          <a:p>
            <a:pPr algn="l"/>
            <a:endParaRPr lang="en-US"/>
          </a:p>
        </p:txBody>
      </p:sp>
      <p:sp>
        <p:nvSpPr>
          <p:cNvPr id="11" name="Movimiento / Rutas"/>
          <p:cNvSpPr/>
          <p:nvPr/>
        </p:nvSpPr>
        <p:spPr>
          <a:xfrm>
            <a:off x="6509742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Movimiento / Rutas</a:t>
            </a:r>
          </a:p>
          <a:p>
            <a:pPr algn="l"/>
            <a:endParaRPr lang="en-US"/>
          </a:p>
        </p:txBody>
      </p:sp>
      <p:sp>
        <p:nvSpPr>
          <p:cNvPr id="12" name="¿Por qué importó la ubicación?"/>
          <p:cNvSpPr/>
          <p:nvPr/>
        </p:nvSpPr>
        <p:spPr>
          <a:xfrm>
            <a:off x="420886" y="5411539"/>
            <a:ext cx="4562475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importó la ubicación?</a:t>
            </a:r>
          </a:p>
          <a:p>
            <a:pPr algn="l"/>
            <a:endParaRPr lang="en-US"/>
          </a:p>
        </p:txBody>
      </p:sp>
      <p:sp>
        <p:nvSpPr>
          <p:cNvPr id="13" name="Efecto geográfico"/>
          <p:cNvSpPr/>
          <p:nvPr/>
        </p:nvSpPr>
        <p:spPr>
          <a:xfrm>
            <a:off x="5074741" y="5411539"/>
            <a:ext cx="4562624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 geográfico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Địa lý của sự kiện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Địa lý tự nhiên"/>
          <p:cNvSpPr/>
          <p:nvPr/>
        </p:nvSpPr>
        <p:spPr>
          <a:xfrm>
            <a:off x="420886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Địa lý tự nhiên</a:t>
            </a:r>
          </a:p>
          <a:p>
            <a:pPr algn="l"/>
            <a:endParaRPr lang="en-US"/>
          </a:p>
        </p:txBody>
      </p:sp>
      <p:sp>
        <p:nvSpPr>
          <p:cNvPr id="8" name="Sự kiện"/>
          <p:cNvSpPr/>
          <p:nvPr/>
        </p:nvSpPr>
        <p:spPr>
          <a:xfrm>
            <a:off x="3621584" y="1133921"/>
            <a:ext cx="2815084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9" name="Địa lý con người"/>
          <p:cNvSpPr/>
          <p:nvPr/>
        </p:nvSpPr>
        <p:spPr>
          <a:xfrm>
            <a:off x="6509742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Địa lý con người</a:t>
            </a:r>
          </a:p>
          <a:p>
            <a:pPr algn="l"/>
            <a:endParaRPr lang="en-US"/>
          </a:p>
        </p:txBody>
      </p:sp>
      <p:sp>
        <p:nvSpPr>
          <p:cNvPr id="10" name="Tài nguyên"/>
          <p:cNvSpPr/>
          <p:nvPr/>
        </p:nvSpPr>
        <p:spPr>
          <a:xfrm>
            <a:off x="420886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Tài nguyên</a:t>
            </a:r>
          </a:p>
          <a:p>
            <a:pPr algn="l"/>
            <a:endParaRPr lang="en-US"/>
          </a:p>
        </p:txBody>
      </p:sp>
      <p:sp>
        <p:nvSpPr>
          <p:cNvPr id="11" name="Di chuyển / Tuyến đường"/>
          <p:cNvSpPr/>
          <p:nvPr/>
        </p:nvSpPr>
        <p:spPr>
          <a:xfrm>
            <a:off x="6509742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Di chuyển / Tuyến đường</a:t>
            </a:r>
          </a:p>
          <a:p>
            <a:pPr algn="l"/>
            <a:endParaRPr lang="en-US"/>
          </a:p>
        </p:txBody>
      </p:sp>
      <p:sp>
        <p:nvSpPr>
          <p:cNvPr id="12" name="Vì sao vị trí quan trọng?"/>
          <p:cNvSpPr/>
          <p:nvPr/>
        </p:nvSpPr>
        <p:spPr>
          <a:xfrm>
            <a:off x="420886" y="5411539"/>
            <a:ext cx="4562475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vị trí quan trọng?</a:t>
            </a:r>
          </a:p>
          <a:p>
            <a:pPr algn="l"/>
            <a:endParaRPr lang="en-US"/>
          </a:p>
        </p:txBody>
      </p:sp>
      <p:sp>
        <p:nvSpPr>
          <p:cNvPr id="13" name="Tác động địa lý"/>
          <p:cNvSpPr/>
          <p:nvPr/>
        </p:nvSpPr>
        <p:spPr>
          <a:xfrm>
            <a:off x="5074741" y="5411539"/>
            <a:ext cx="4562624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địa lý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事件地理图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自然地理"/>
          <p:cNvSpPr/>
          <p:nvPr/>
        </p:nvSpPr>
        <p:spPr>
          <a:xfrm>
            <a:off x="420886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自然地理</a:t>
            </a:r>
          </a:p>
          <a:p>
            <a:pPr algn="l"/>
            <a:endParaRPr lang="en-US"/>
          </a:p>
        </p:txBody>
      </p:sp>
      <p:sp>
        <p:nvSpPr>
          <p:cNvPr id="8" name="事件"/>
          <p:cNvSpPr/>
          <p:nvPr/>
        </p:nvSpPr>
        <p:spPr>
          <a:xfrm>
            <a:off x="3621584" y="1133921"/>
            <a:ext cx="2815084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9" name="人文地理"/>
          <p:cNvSpPr/>
          <p:nvPr/>
        </p:nvSpPr>
        <p:spPr>
          <a:xfrm>
            <a:off x="6509742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人文地理</a:t>
            </a:r>
          </a:p>
          <a:p>
            <a:pPr algn="l"/>
            <a:endParaRPr lang="en-US"/>
          </a:p>
        </p:txBody>
      </p:sp>
      <p:sp>
        <p:nvSpPr>
          <p:cNvPr id="10" name="资源"/>
          <p:cNvSpPr/>
          <p:nvPr/>
        </p:nvSpPr>
        <p:spPr>
          <a:xfrm>
            <a:off x="420886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资源</a:t>
            </a:r>
          </a:p>
          <a:p>
            <a:pPr algn="l"/>
            <a:endParaRPr lang="en-US"/>
          </a:p>
        </p:txBody>
      </p:sp>
      <p:sp>
        <p:nvSpPr>
          <p:cNvPr id="11" name="移动 / 路线"/>
          <p:cNvSpPr/>
          <p:nvPr/>
        </p:nvSpPr>
        <p:spPr>
          <a:xfrm>
            <a:off x="6509742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移动 / 路线</a:t>
            </a:r>
          </a:p>
          <a:p>
            <a:pPr algn="l"/>
            <a:endParaRPr lang="en-US"/>
          </a:p>
        </p:txBody>
      </p:sp>
      <p:sp>
        <p:nvSpPr>
          <p:cNvPr id="12" name="为什么地点重要？"/>
          <p:cNvSpPr/>
          <p:nvPr/>
        </p:nvSpPr>
        <p:spPr>
          <a:xfrm>
            <a:off x="420886" y="5411539"/>
            <a:ext cx="4562475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为什么地点重要？</a:t>
            </a:r>
          </a:p>
          <a:p>
            <a:pPr algn="l"/>
            <a:endParaRPr lang="en-US"/>
          </a:p>
        </p:txBody>
      </p:sp>
      <p:sp>
        <p:nvSpPr>
          <p:cNvPr id="13" name="地理影响"/>
          <p:cNvSpPr/>
          <p:nvPr/>
        </p:nvSpPr>
        <p:spPr>
          <a:xfrm>
            <a:off x="5074741" y="5411539"/>
            <a:ext cx="4562624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地理影响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का भूगोल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भौतिक भूगोल"/>
          <p:cNvSpPr/>
          <p:nvPr/>
        </p:nvSpPr>
        <p:spPr>
          <a:xfrm>
            <a:off x="420886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भौतिक भूगोल</a:t>
            </a:r>
          </a:p>
          <a:p>
            <a:pPr algn="l"/>
            <a:endParaRPr lang="en-US"/>
          </a:p>
        </p:txBody>
      </p:sp>
      <p:sp>
        <p:nvSpPr>
          <p:cNvPr id="8" name="घटना"/>
          <p:cNvSpPr/>
          <p:nvPr/>
        </p:nvSpPr>
        <p:spPr>
          <a:xfrm>
            <a:off x="3621584" y="1133921"/>
            <a:ext cx="2815084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9" name="मानव भूगोल"/>
          <p:cNvSpPr/>
          <p:nvPr/>
        </p:nvSpPr>
        <p:spPr>
          <a:xfrm>
            <a:off x="6509742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मानव भूगोल</a:t>
            </a:r>
          </a:p>
          <a:p>
            <a:pPr algn="l"/>
            <a:endParaRPr lang="en-US"/>
          </a:p>
        </p:txBody>
      </p:sp>
      <p:sp>
        <p:nvSpPr>
          <p:cNvPr id="10" name="संसाधन"/>
          <p:cNvSpPr/>
          <p:nvPr/>
        </p:nvSpPr>
        <p:spPr>
          <a:xfrm>
            <a:off x="420886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संसाधन</a:t>
            </a:r>
          </a:p>
          <a:p>
            <a:pPr algn="l"/>
            <a:endParaRPr lang="en-US"/>
          </a:p>
        </p:txBody>
      </p:sp>
      <p:sp>
        <p:nvSpPr>
          <p:cNvPr id="11" name="आवागमन / मार्ग"/>
          <p:cNvSpPr/>
          <p:nvPr/>
        </p:nvSpPr>
        <p:spPr>
          <a:xfrm>
            <a:off x="6509742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आवागमन / मार्ग</a:t>
            </a:r>
          </a:p>
          <a:p>
            <a:pPr algn="l"/>
            <a:endParaRPr lang="en-US"/>
          </a:p>
        </p:txBody>
      </p:sp>
      <p:sp>
        <p:nvSpPr>
          <p:cNvPr id="12" name="स्थान क्यों महत्वपूर्ण था?"/>
          <p:cNvSpPr/>
          <p:nvPr/>
        </p:nvSpPr>
        <p:spPr>
          <a:xfrm>
            <a:off x="420886" y="5411539"/>
            <a:ext cx="4562475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स्थान क्यों महत्वपूर्ण था?</a:t>
            </a:r>
          </a:p>
          <a:p>
            <a:pPr algn="l"/>
            <a:endParaRPr lang="en-US"/>
          </a:p>
        </p:txBody>
      </p:sp>
      <p:sp>
        <p:nvSpPr>
          <p:cNvPr id="13" name="भौगोलिक प्रभाव"/>
          <p:cNvSpPr/>
          <p:nvPr/>
        </p:nvSpPr>
        <p:spPr>
          <a:xfrm>
            <a:off x="5074741" y="5411539"/>
            <a:ext cx="4562624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भौगोलिक प्रभाव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جغرافية 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جغرافيا الطبيعية"/>
          <p:cNvSpPr/>
          <p:nvPr/>
        </p:nvSpPr>
        <p:spPr>
          <a:xfrm>
            <a:off x="6509891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الجغرافيا الطبيعية</a:t>
            </a:r>
          </a:p>
          <a:p>
            <a:pPr algn="l" rtl="1"/>
            <a:endParaRPr lang="en-US"/>
          </a:p>
        </p:txBody>
      </p:sp>
      <p:sp>
        <p:nvSpPr>
          <p:cNvPr id="8" name="الحدث"/>
          <p:cNvSpPr/>
          <p:nvPr/>
        </p:nvSpPr>
        <p:spPr>
          <a:xfrm>
            <a:off x="3621732" y="1133921"/>
            <a:ext cx="2815084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9" name="الجغرافيا البشرية"/>
          <p:cNvSpPr/>
          <p:nvPr/>
        </p:nvSpPr>
        <p:spPr>
          <a:xfrm>
            <a:off x="421035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الجغرافيا البشرية</a:t>
            </a:r>
          </a:p>
          <a:p>
            <a:pPr algn="l" rtl="1"/>
            <a:endParaRPr lang="en-US"/>
          </a:p>
        </p:txBody>
      </p:sp>
      <p:sp>
        <p:nvSpPr>
          <p:cNvPr id="10" name="الموارد"/>
          <p:cNvSpPr/>
          <p:nvPr/>
        </p:nvSpPr>
        <p:spPr>
          <a:xfrm>
            <a:off x="6509891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الموارد</a:t>
            </a:r>
          </a:p>
          <a:p>
            <a:pPr algn="l" rtl="1"/>
            <a:endParaRPr lang="en-US"/>
          </a:p>
        </p:txBody>
      </p:sp>
      <p:sp>
        <p:nvSpPr>
          <p:cNvPr id="11" name="الحركة / الطرق"/>
          <p:cNvSpPr/>
          <p:nvPr/>
        </p:nvSpPr>
        <p:spPr>
          <a:xfrm>
            <a:off x="421035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الحركة / الطرق</a:t>
            </a:r>
          </a:p>
          <a:p>
            <a:pPr algn="l" rtl="1"/>
            <a:endParaRPr lang="en-US"/>
          </a:p>
        </p:txBody>
      </p:sp>
      <p:sp>
        <p:nvSpPr>
          <p:cNvPr id="12" name="لماذا كان الموقع مهمًا؟"/>
          <p:cNvSpPr/>
          <p:nvPr/>
        </p:nvSpPr>
        <p:spPr>
          <a:xfrm>
            <a:off x="5075039" y="5411539"/>
            <a:ext cx="4562475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كان الموقع مهمًا؟</a:t>
            </a:r>
          </a:p>
          <a:p>
            <a:pPr algn="l" rtl="1"/>
            <a:endParaRPr lang="en-US"/>
          </a:p>
        </p:txBody>
      </p:sp>
      <p:sp>
        <p:nvSpPr>
          <p:cNvPr id="13" name="الأثر الجغرافي"/>
          <p:cNvSpPr/>
          <p:nvPr/>
        </p:nvSpPr>
        <p:spPr>
          <a:xfrm>
            <a:off x="421035" y="5411539"/>
            <a:ext cx="4562624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الأثر الجغرافي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واقعے کا جغرافیہ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طبعی جغرافیہ"/>
          <p:cNvSpPr/>
          <p:nvPr/>
        </p:nvSpPr>
        <p:spPr>
          <a:xfrm>
            <a:off x="6509891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طبعی جغرافیہ</a:t>
            </a:r>
          </a:p>
          <a:p>
            <a:pPr algn="l" rtl="1"/>
            <a:endParaRPr lang="en-US"/>
          </a:p>
        </p:txBody>
      </p:sp>
      <p:sp>
        <p:nvSpPr>
          <p:cNvPr id="8" name="واقعہ"/>
          <p:cNvSpPr/>
          <p:nvPr/>
        </p:nvSpPr>
        <p:spPr>
          <a:xfrm>
            <a:off x="3621732" y="1133921"/>
            <a:ext cx="2815084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9" name="انسانی جغرافیہ"/>
          <p:cNvSpPr/>
          <p:nvPr/>
        </p:nvSpPr>
        <p:spPr>
          <a:xfrm>
            <a:off x="421035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انسانی جغرافیہ</a:t>
            </a:r>
          </a:p>
          <a:p>
            <a:pPr algn="l" rtl="1"/>
            <a:endParaRPr lang="en-US"/>
          </a:p>
        </p:txBody>
      </p:sp>
      <p:sp>
        <p:nvSpPr>
          <p:cNvPr id="10" name="وسائل"/>
          <p:cNvSpPr/>
          <p:nvPr/>
        </p:nvSpPr>
        <p:spPr>
          <a:xfrm>
            <a:off x="6509891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وسائل</a:t>
            </a:r>
          </a:p>
          <a:p>
            <a:pPr algn="l" rtl="1"/>
            <a:endParaRPr lang="en-US"/>
          </a:p>
        </p:txBody>
      </p:sp>
      <p:sp>
        <p:nvSpPr>
          <p:cNvPr id="11" name="حرکت / راستے"/>
          <p:cNvSpPr/>
          <p:nvPr/>
        </p:nvSpPr>
        <p:spPr>
          <a:xfrm>
            <a:off x="421035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حرکت / راستے</a:t>
            </a:r>
          </a:p>
          <a:p>
            <a:pPr algn="l" rtl="1"/>
            <a:endParaRPr lang="en-US"/>
          </a:p>
        </p:txBody>
      </p:sp>
      <p:sp>
        <p:nvSpPr>
          <p:cNvPr id="12" name="مقام کیوں اہم تھا؟"/>
          <p:cNvSpPr/>
          <p:nvPr/>
        </p:nvSpPr>
        <p:spPr>
          <a:xfrm>
            <a:off x="5075039" y="5411539"/>
            <a:ext cx="4562475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مقام کیوں اہم تھا؟</a:t>
            </a:r>
          </a:p>
          <a:p>
            <a:pPr algn="l" rtl="1"/>
            <a:endParaRPr lang="en-US"/>
          </a:p>
        </p:txBody>
      </p:sp>
      <p:sp>
        <p:nvSpPr>
          <p:cNvPr id="13" name="جغرافیائی اثر"/>
          <p:cNvSpPr/>
          <p:nvPr/>
        </p:nvSpPr>
        <p:spPr>
          <a:xfrm>
            <a:off x="421035" y="5411539"/>
            <a:ext cx="4562624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جغرافیائی اثر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Geography of an Event — 7 languages</dc:title>
  <dc:creator>TCEA / Miguel Guhlin</dc:creator>
  <cp:lastModifiedBy>TCEA</cp:lastModifiedBy>
</cp:coreProperties>
</file>