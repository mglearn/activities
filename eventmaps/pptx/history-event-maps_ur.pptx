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خلاصہ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آخر میں کیا ہوا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آخر میں کیا ہوا؟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کون شامل تھا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آپ کیا نتیجہ نکال سکتے ہیں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وجہ ← واقعہ ← اثر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یہ اہم کیوں تھ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8" name="اس کی وجہ کیا تھی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</p:txBody>
      </p:sp>
      <p:sp>
        <p:nvSpPr>
          <p:cNvPr id="9" name="واقعہ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فوری اثرات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</p:txBody>
      </p:sp>
      <p:sp>
        <p:nvSpPr>
          <p:cNvPr id="11" name="کون شامل تھا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ترتیب کا راستہ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رتیب (واقعات کی ترتیب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ترتیب (واقعات کی ترتیب)</a:t>
            </a:r>
          </a:p>
          <a:p>
            <a:pPr algn="ctr" rtl="1"/>
            <a:endParaRPr lang="en-US"/>
          </a:p>
        </p:txBody>
      </p:sp>
      <p:sp>
        <p:nvSpPr>
          <p:cNvPr id="8" name="یہ کہاں ہوا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9" name="واقعہ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یہ کب ہوا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1" name="آغاز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آغاز</a:t>
            </a:r>
          </a:p>
          <a:p>
            <a:pPr algn="l" rtl="1"/>
            <a:endParaRPr lang="en-US"/>
          </a:p>
        </p:txBody>
      </p:sp>
      <p:sp>
        <p:nvSpPr>
          <p:cNvPr id="12" name="کون شامل تھا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3" name="اختتام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اختتام</a:t>
            </a:r>
          </a:p>
          <a:p>
            <a:pPr algn="l" rtl="1"/>
            <a:endParaRPr lang="en-US"/>
          </a:p>
        </p:txBody>
      </p:sp>
      <p:sp>
        <p:nvSpPr>
          <p:cNvPr id="14" name="یہ اہم کیوں تھ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لوگ اور گروہ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یہ شخص اہم کیوں تھ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شخص اہم کیوں تھا؟</a:t>
            </a:r>
          </a:p>
          <a:p>
            <a:pPr algn="l" rtl="1"/>
            <a:endParaRPr lang="en-US"/>
          </a:p>
        </p:txBody>
      </p:sp>
      <p:sp>
        <p:nvSpPr>
          <p:cNvPr id="9" name="گروہ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ctr" rtl="1"/>
            <a:endParaRPr lang="en-US"/>
          </a:p>
        </p:txBody>
      </p:sp>
      <p:sp>
        <p:nvSpPr>
          <p:cNvPr id="10" name="گروہ 1 کیا چاہتا تھا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 کیا چاہتا تھا؟</a:t>
            </a:r>
          </a:p>
          <a:p>
            <a:pPr algn="l" rtl="1"/>
            <a:endParaRPr lang="en-US"/>
          </a:p>
        </p:txBody>
      </p:sp>
      <p:sp>
        <p:nvSpPr>
          <p:cNvPr id="11" name="آپ کیا نتیجہ نکال سکتے ہیں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sp>
        <p:nvSpPr>
          <p:cNvPr id="12" name="گروہ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ctr" rtl="1"/>
            <a:endParaRPr lang="en-US"/>
          </a:p>
        </p:txBody>
      </p:sp>
      <p:sp>
        <p:nvSpPr>
          <p:cNvPr id="13" name="گروہ 2 کیا چاہتا تھا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 کیا چاہتا تھا؟</a:t>
            </a:r>
          </a:p>
          <a:p>
            <a:pPr algn="l" rtl="1"/>
            <a:endParaRPr lang="en-US"/>
          </a:p>
        </p:txBody>
      </p:sp>
      <p:sp>
        <p:nvSpPr>
          <p:cNvPr id="14" name="نتیجہ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5" name="گروہ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ctr" rtl="1"/>
            <a:endParaRPr lang="en-US"/>
          </a:p>
        </p:txBody>
      </p:sp>
      <p:sp>
        <p:nvSpPr>
          <p:cNvPr id="16" name="گروہ 3 کیا چاہتا تھا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 کیا چاہتا تھا؟</a:t>
            </a:r>
          </a:p>
          <a:p>
            <a:pPr algn="l" rtl="1"/>
            <a:endParaRPr lang="en-US"/>
          </a:p>
        </p:txBody>
      </p:sp>
      <p:sp>
        <p:nvSpPr>
          <p:cNvPr id="17" name="نتیجہ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مقام کی اہمیت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درتی خصوصیات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قدرتی خصوصیات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خصوصیات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خصوصیات</a:t>
            </a:r>
          </a:p>
          <a:p>
            <a:pPr algn="l" rtl="1"/>
            <a:endParaRPr lang="en-US"/>
          </a:p>
        </p:txBody>
      </p:sp>
      <p:sp>
        <p:nvSpPr>
          <p:cNvPr id="10" name="یہ یہاں کیوں ہو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یہاں کیوں ہوا؟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جگہ نے واقعے کو کیسے متاثر کیا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جگہ نے واقعے کو کیسے متاثر کیا؟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پہلے اور 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کیا بدلا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بدلا؟</a:t>
            </a:r>
          </a:p>
          <a:p>
            <a:pPr algn="l" rtl="1"/>
            <a:endParaRPr lang="en-US"/>
          </a:p>
        </p:txBody>
      </p:sp>
      <p:sp>
        <p:nvSpPr>
          <p:cNvPr id="11" name="کیا ویسا ہی رہا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ثبوت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ذریعہ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8" name="مفید حقیقت یا ثبوت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9" name="ذریعہ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0" name="مفید حقیقت یا ثبوت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1" name="ذریعہ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2" name="مفید حقیقت یا ثبوت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یہ کیوں اہم تھا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8" name="لوگوں پر اثر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لوگوں پر اثر</a:t>
            </a:r>
          </a:p>
          <a:p>
            <a:pPr algn="l" rtl="1"/>
            <a:endParaRPr lang="en-US"/>
          </a:p>
        </p:txBody>
      </p:sp>
      <p:sp>
        <p:nvSpPr>
          <p:cNvPr id="9" name="حکومت پر اثر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حکومت پر اثر</a:t>
            </a:r>
          </a:p>
          <a:p>
            <a:pPr algn="l" rtl="1"/>
            <a:endParaRPr lang="en-US"/>
          </a:p>
        </p:txBody>
      </p:sp>
      <p:sp>
        <p:nvSpPr>
          <p:cNvPr id="10" name="معیشت پر اثر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معیشت پر اثر</a:t>
            </a:r>
          </a:p>
          <a:p>
            <a:pPr algn="l" rtl="1"/>
            <a:endParaRPr lang="en-US"/>
          </a:p>
        </p:txBody>
      </p:sp>
      <p:sp>
        <p:nvSpPr>
          <p:cNvPr id="11" name="معاشرہ / ثقافت پر اثر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معاشرہ / ثقافت پر اثر</a:t>
            </a:r>
          </a:p>
          <a:p>
            <a:pPr algn="l" rtl="1"/>
            <a:endParaRPr lang="en-US"/>
          </a:p>
        </p:txBody>
      </p:sp>
      <p:sp>
        <p:nvSpPr>
          <p:cNvPr id="12" name="کون سی تبدیلی سب سے اہم تھی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سی تبدیلی سب سے اہم تھی؟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تفتیشی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نتیجہ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شامل گرو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شامل گروہ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اہم رہنما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دباؤ کے تحت وجوہات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ویل مدتی وجوہات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8" name="قلیل مدتی وجوہات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قلیل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سبب / چنگاری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سبب / چنگاری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11" name="فوری اثرات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اہم موڑ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موڑ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بڑھتے دباؤ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بڑھتے دباؤ</a:t>
            </a:r>
          </a:p>
          <a:p>
            <a:pPr algn="l" rtl="1"/>
            <a:endParaRPr lang="en-US"/>
          </a:p>
        </p:txBody>
      </p:sp>
      <p:sp>
        <p:nvSpPr>
          <p:cNvPr id="11" name="طویل مدتی تبدیلی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2" name="یہ اہم موڑ کیوں تھا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موڑ کیوں تھا؟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متعدد نقطہ ہائے نظر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گروہ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گروہ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l" rtl="1"/>
            <a:endParaRPr lang="en-US"/>
          </a:p>
        </p:txBody>
      </p:sp>
      <p:sp>
        <p:nvSpPr>
          <p:cNvPr id="10" name="گروہ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l" rtl="1"/>
            <a:endParaRPr lang="en-US"/>
          </a:p>
        </p:txBody>
      </p:sp>
      <p:sp>
        <p:nvSpPr>
          <p:cNvPr id="11" name="گروہ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4</a:t>
            </a:r>
          </a:p>
          <a:p>
            <a:pPr algn="l" rtl="1"/>
            <a:endParaRPr lang="en-US"/>
          </a:p>
        </p:txBody>
      </p:sp>
      <p:sp>
        <p:nvSpPr>
          <p:cNvPr id="12" name="وہ کہاں متفق تھے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3" name="وہ کہاں مختلف تھے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4" name="کس کی آواز غائب ہے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رہنما اور واقعہ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اثر</a:t>
            </a:r>
          </a:p>
          <a:p>
            <a:pPr algn="l" rtl="1"/>
            <a:endParaRPr lang="en-US"/>
          </a:p>
        </p:txBody>
      </p:sp>
      <p:sp>
        <p:nvSpPr>
          <p:cNvPr id="9" name="ثبوت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رہنما کے مقاص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رہنما کے مقاصد</a:t>
            </a:r>
          </a:p>
          <a:p>
            <a:pPr algn="l" rtl="1"/>
            <a:endParaRPr lang="en-US"/>
          </a:p>
        </p:txBody>
      </p:sp>
      <p:sp>
        <p:nvSpPr>
          <p:cNvPr id="12" name="اہم فیصلے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فیصلے</a:t>
            </a:r>
          </a:p>
          <a:p>
            <a:pPr algn="l" rtl="1"/>
            <a:endParaRPr lang="en-US"/>
          </a:p>
        </p:txBody>
      </p:sp>
      <p:sp>
        <p:nvSpPr>
          <p:cNvPr id="13" name="اتحادی / حمایتی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اتحادی / حمایتی</a:t>
            </a:r>
          </a:p>
          <a:p>
            <a:pPr algn="l" rtl="1"/>
            <a:endParaRPr lang="en-US"/>
          </a:p>
        </p:txBody>
      </p:sp>
      <p:sp>
        <p:nvSpPr>
          <p:cNvPr id="14" name="مخالفی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مخالفین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تنازع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فریق / گروہ A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A</a:t>
            </a:r>
          </a:p>
          <a:p>
            <a:pPr algn="l" rtl="1"/>
            <a:endParaRPr lang="en-US"/>
          </a:p>
        </p:txBody>
      </p:sp>
      <p:sp>
        <p:nvSpPr>
          <p:cNvPr id="8" name="فریق الف کا مقصد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کا مقصد</a:t>
            </a:r>
          </a:p>
          <a:p>
            <a:pPr algn="l" rtl="1"/>
            <a:endParaRPr lang="en-US"/>
          </a:p>
        </p:txBody>
      </p:sp>
      <p:sp>
        <p:nvSpPr>
          <p:cNvPr id="9" name="فریق الف کی کارروائی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کی کارروائی</a:t>
            </a:r>
          </a:p>
          <a:p>
            <a:pPr algn="l" rtl="1"/>
            <a:endParaRPr lang="en-US"/>
          </a:p>
        </p:txBody>
      </p:sp>
      <p:sp>
        <p:nvSpPr>
          <p:cNvPr id="10" name="تنازع کا واقعہ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تنازع کا واقعہ</a:t>
            </a:r>
          </a:p>
        </p:txBody>
      </p:sp>
      <p:sp>
        <p:nvSpPr>
          <p:cNvPr id="11" name="فریق / گروہ B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B</a:t>
            </a:r>
          </a:p>
          <a:p>
            <a:pPr algn="l" rtl="1"/>
            <a:endParaRPr lang="en-US"/>
          </a:p>
        </p:txBody>
      </p:sp>
      <p:sp>
        <p:nvSpPr>
          <p:cNvPr id="12" name="فریق ب کا مقصد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کا مقصد</a:t>
            </a:r>
          </a:p>
          <a:p>
            <a:pPr algn="l" rtl="1"/>
            <a:endParaRPr lang="en-US"/>
          </a:p>
        </p:txBody>
      </p:sp>
      <p:sp>
        <p:nvSpPr>
          <p:cNvPr id="13" name="فریق ب کی کارروائی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کی کارروائی</a:t>
            </a:r>
          </a:p>
          <a:p>
            <a:pPr algn="l" rtl="1"/>
            <a:endParaRPr lang="en-US"/>
          </a:p>
        </p:txBody>
      </p:sp>
      <p:sp>
        <p:nvSpPr>
          <p:cNvPr id="14" name="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</a:t>
            </a:r>
          </a:p>
          <a:p>
            <a:pPr algn="l" rtl="1"/>
            <a:endParaRPr lang="en-US"/>
          </a:p>
        </p:txBody>
      </p:sp>
      <p:sp>
        <p:nvSpPr>
          <p:cNvPr id="15" name="نتیجہ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زنجیری ردعمل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کارروائی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1</a:t>
            </a:r>
          </a:p>
          <a:p>
            <a:pPr algn="l" rtl="1"/>
            <a:endParaRPr lang="en-US"/>
          </a:p>
        </p:txBody>
      </p:sp>
      <p:sp>
        <p:nvSpPr>
          <p:cNvPr id="8" name="ردِعم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1</a:t>
            </a:r>
          </a:p>
          <a:p>
            <a:pPr algn="l" rtl="1"/>
            <a:endParaRPr lang="en-US"/>
          </a:p>
        </p:txBody>
      </p:sp>
      <p:sp>
        <p:nvSpPr>
          <p:cNvPr id="9" name="کارروائی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2</a:t>
            </a:r>
          </a:p>
          <a:p>
            <a:pPr algn="l" rtl="1"/>
            <a:endParaRPr lang="en-US"/>
          </a:p>
        </p:txBody>
      </p:sp>
      <p:sp>
        <p:nvSpPr>
          <p:cNvPr id="10" name="ردِعم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2</a:t>
            </a:r>
          </a:p>
          <a:p>
            <a:pPr algn="l" rtl="1"/>
            <a:endParaRPr lang="en-US"/>
          </a:p>
        </p:txBody>
      </p:sp>
      <p:sp>
        <p:nvSpPr>
          <p:cNvPr id="11" name="بحران / اہم موڑ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بحران / اہم موڑ</a:t>
            </a:r>
          </a:p>
          <a:p>
            <a:pPr algn="l" rtl="1"/>
            <a:endParaRPr lang="en-US"/>
          </a:p>
        </p:txBody>
      </p:sp>
      <p:sp>
        <p:nvSpPr>
          <p:cNvPr id="12" name="نتیجہ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3" name="سب سے اہم کڑی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کڑی</a:t>
            </a:r>
          </a:p>
          <a:p>
            <a:pPr algn="l" rtl="1"/>
            <a:endParaRPr lang="en-US"/>
          </a:p>
        </p:txBody>
      </p:sp>
      <p:sp>
        <p:nvSpPr>
          <p:cNvPr id="14" name="ثبوت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جغرافیہ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بعی جغرافیہ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طبعی جغرافیہ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جغرافیہ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جغرافیہ</a:t>
            </a:r>
          </a:p>
          <a:p>
            <a:pPr algn="l" rtl="1"/>
            <a:endParaRPr lang="en-US"/>
          </a:p>
        </p:txBody>
      </p:sp>
      <p:sp>
        <p:nvSpPr>
          <p:cNvPr id="10" name="وسائل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وسائل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مقام کیوں اہم تھ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مقام کیوں اہم تھا؟</a:t>
            </a:r>
          </a:p>
          <a:p>
            <a:pPr algn="l" rtl="1"/>
            <a:endParaRPr lang="en-US"/>
          </a:p>
        </p:txBody>
      </p:sp>
      <p:sp>
        <p:nvSpPr>
          <p:cNvPr id="13" name="جغرافیائی اثر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اثر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سیاق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پس منظر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پس منظر</a:t>
            </a:r>
          </a:p>
          <a:p>
            <a:pPr algn="l" rtl="1"/>
            <a:endParaRPr lang="en-US"/>
          </a:p>
        </p:txBody>
      </p:sp>
      <p:sp>
        <p:nvSpPr>
          <p:cNvPr id="8" name="طویل مدتی وجوہات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وجہ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وجہ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کیا ہوا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ہوا؟</a:t>
            </a:r>
          </a:p>
          <a:p>
            <a:pPr algn="l" rtl="1"/>
            <a:endParaRPr lang="en-US"/>
          </a:p>
        </p:txBody>
      </p:sp>
      <p:sp>
        <p:nvSpPr>
          <p:cNvPr id="12" name="واقعہ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فوری نتیج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نتیجہ</a:t>
            </a:r>
          </a:p>
          <a:p>
            <a:pPr algn="l" rtl="1"/>
            <a:endParaRPr lang="en-US"/>
          </a:p>
        </p:txBody>
      </p:sp>
      <p:sp>
        <p:nvSpPr>
          <p:cNvPr id="14" name="طویل مدتی نتیجہ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نتیجہ</a:t>
            </a:r>
          </a:p>
          <a:p>
            <a:pPr algn="l" rtl="1"/>
            <a:endParaRPr lang="en-US"/>
          </a:p>
        </p:txBody>
      </p:sp>
      <p:sp>
        <p:nvSpPr>
          <p:cNvPr id="15" name="تاریخی اہمیت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وجوہات کی درجہ بندی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1</a:t>
            </a:r>
          </a:p>
          <a:p>
            <a:pPr algn="l" rtl="1"/>
            <a:endParaRPr lang="en-US"/>
          </a:p>
        </p:txBody>
      </p:sp>
      <p:sp>
        <p:nvSpPr>
          <p:cNvPr id="8" name="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2</a:t>
            </a:r>
          </a:p>
          <a:p>
            <a:pPr algn="l" rtl="1"/>
            <a:endParaRPr lang="en-US"/>
          </a:p>
        </p:txBody>
      </p:sp>
      <p:sp>
        <p:nvSpPr>
          <p:cNvPr id="9" name="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3</a:t>
            </a:r>
          </a:p>
          <a:p>
            <a:pPr algn="l" rtl="1"/>
            <a:endParaRPr lang="en-US"/>
          </a:p>
        </p:txBody>
      </p:sp>
      <p:sp>
        <p:nvSpPr>
          <p:cNvPr id="10" name="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4</a:t>
            </a:r>
          </a:p>
          <a:p>
            <a:pPr algn="l" rtl="1"/>
            <a:endParaRPr lang="en-US"/>
          </a:p>
        </p:txBody>
      </p:sp>
      <p:sp>
        <p:nvSpPr>
          <p:cNvPr id="11" name="وجوہات کو 1-4 درجہ دیں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وجوہات کو 1-4 درجہ دیں</a:t>
            </a:r>
          </a:p>
          <a:p>
            <a:pPr algn="l" rtl="1"/>
            <a:endParaRPr lang="en-US"/>
          </a:p>
        </p:txBody>
      </p:sp>
      <p:sp>
        <p:nvSpPr>
          <p:cNvPr id="12" name="سب سے اہم وجہ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وجہ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تجزیہ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فوری تبدیلی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تبدیلی</a:t>
            </a:r>
          </a:p>
          <a:p>
            <a:pPr algn="l" rtl="1"/>
            <a:endParaRPr lang="en-US"/>
          </a:p>
        </p:txBody>
      </p:sp>
      <p:sp>
        <p:nvSpPr>
          <p:cNvPr id="10" name="طویل مدتی تبدیلی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1" name="کیا جاری رہا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جاری رہا؟</a:t>
            </a:r>
          </a:p>
          <a:p>
            <a:pPr algn="l" rtl="1"/>
            <a:endParaRPr lang="en-US"/>
          </a:p>
        </p:txBody>
      </p:sp>
      <p:sp>
        <p:nvSpPr>
          <p:cNvPr id="12" name="کیا یہ واقعی اہم موڑ تھا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یہ واقعی اہم موڑ تھا؟</a:t>
            </a:r>
          </a:p>
          <a:p>
            <a:pPr algn="l" rtl="1"/>
            <a:endParaRPr lang="en-US"/>
          </a:p>
        </p:txBody>
      </p:sp>
      <p:sp>
        <p:nvSpPr>
          <p:cNvPr id="13" name="ثبوت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نقطہ نظر اور ثبوت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نقطۂ نظ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نقطۂ نظ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2</a:t>
            </a:r>
          </a:p>
          <a:p>
            <a:pPr algn="l" rtl="1"/>
            <a:endParaRPr lang="en-US"/>
          </a:p>
        </p:txBody>
      </p:sp>
      <p:sp>
        <p:nvSpPr>
          <p:cNvPr id="10" name="نقطۂ نظ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3</a:t>
            </a:r>
          </a:p>
          <a:p>
            <a:pPr algn="l" rtl="1"/>
            <a:endParaRPr lang="en-US"/>
          </a:p>
        </p:txBody>
      </p:sp>
      <p:sp>
        <p:nvSpPr>
          <p:cNvPr id="11" name="نقطۂ نظ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4</a:t>
            </a:r>
          </a:p>
          <a:p>
            <a:pPr algn="l" rtl="1"/>
            <a:endParaRPr lang="en-US"/>
          </a:p>
        </p:txBody>
      </p:sp>
      <p:sp>
        <p:nvSpPr>
          <p:cNvPr id="12" name="ثبوت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3" name="وہ کہاں متفق تھے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4" name="وہ کہاں مختلف تھے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5" name="کس کی آواز غائب ہے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اثرات کے چار حصے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یاسی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سیاسی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قتصادی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اقتصادی</a:t>
            </a:r>
          </a:p>
          <a:p>
            <a:pPr algn="l" rtl="1"/>
            <a:endParaRPr lang="en-US"/>
          </a:p>
        </p:txBody>
      </p:sp>
      <p:sp>
        <p:nvSpPr>
          <p:cNvPr id="10" name="سماجی / ثقافتی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سماجی / ثقافتی</a:t>
            </a:r>
          </a:p>
          <a:p>
            <a:pPr algn="l" rtl="1"/>
            <a:endParaRPr lang="en-US"/>
          </a:p>
        </p:txBody>
      </p:sp>
      <p:sp>
        <p:nvSpPr>
          <p:cNvPr id="11" name="جغرافیائی / ماحولیاتی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/ ماحولیاتی</a:t>
            </a:r>
          </a:p>
          <a:p>
            <a:pPr algn="l" rtl="1"/>
            <a:endParaRPr lang="en-US"/>
          </a:p>
        </p:txBody>
      </p:sp>
      <p:sp>
        <p:nvSpPr>
          <p:cNvPr id="12" name="فوری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</a:t>
            </a:r>
          </a:p>
          <a:p>
            <a:pPr algn="l" rtl="1"/>
            <a:endParaRPr lang="en-US"/>
          </a:p>
        </p:txBody>
      </p:sp>
      <p:sp>
        <p:nvSpPr>
          <p:cNvPr id="13" name="طویل مدتی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</a:t>
            </a:r>
          </a:p>
          <a:p>
            <a:pPr algn="l" rtl="1"/>
            <a:endParaRPr lang="en-US"/>
          </a:p>
        </p:txBody>
      </p:sp>
      <p:sp>
        <p:nvSpPr>
          <p:cNvPr id="14" name="کون سا اثر سب سے اہم تھا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سا اثر سب سے اہم تھا؟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تسلسل اور تبدیلی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دوران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دوران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نمایاں تبدیلی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نمایاں تبدیلی</a:t>
            </a:r>
          </a:p>
          <a:p>
            <a:pPr algn="l" rtl="1"/>
            <a:endParaRPr lang="en-US"/>
          </a:p>
        </p:txBody>
      </p:sp>
      <p:sp>
        <p:nvSpPr>
          <p:cNvPr id="11" name="تدریجی تبدیلی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تدریجی تبدیلی</a:t>
            </a:r>
          </a:p>
          <a:p>
            <a:pPr algn="l" rtl="1"/>
            <a:endParaRPr lang="en-US"/>
          </a:p>
        </p:txBody>
      </p:sp>
      <p:sp>
        <p:nvSpPr>
          <p:cNvPr id="12" name="کیا ویسا ہی رہا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3" name="کیوں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کیوں؟</a:t>
            </a:r>
          </a:p>
          <a:p>
            <a:pPr algn="l" rtl="1"/>
            <a:endParaRPr lang="en-US"/>
          </a:p>
        </p:txBody>
      </p:sp>
      <p:sp>
        <p:nvSpPr>
          <p:cNvPr id="14" name="آپ کا فیصلہ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کا فیصلہ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تاریخی ثبوت کی فائل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سوال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سوال</a:t>
            </a:r>
          </a:p>
          <a:p>
            <a:pPr algn="l" rtl="1"/>
            <a:endParaRPr lang="en-US"/>
          </a:p>
        </p:txBody>
      </p:sp>
      <p:sp>
        <p:nvSpPr>
          <p:cNvPr id="8" name="ذریعہ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9" name="ماخذ 1 سے شواہد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1 سے شواہد</a:t>
            </a:r>
          </a:p>
          <a:p>
            <a:pPr algn="l" rtl="1"/>
            <a:endParaRPr lang="en-US"/>
          </a:p>
        </p:txBody>
      </p:sp>
      <p:sp>
        <p:nvSpPr>
          <p:cNvPr id="10" name="قابلِ اعتماد ہونا / حد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1" name="ذریعہ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2" name="ماخذ 2 سے شواہد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2 سے شواہد</a:t>
            </a:r>
          </a:p>
          <a:p>
            <a:pPr algn="l" rtl="1"/>
            <a:endParaRPr lang="en-US"/>
          </a:p>
        </p:txBody>
      </p:sp>
      <p:sp>
        <p:nvSpPr>
          <p:cNvPr id="13" name="قابلِ اعتماد ہونا / حد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4" name="ذریعہ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5" name="ماخذ 3 سے شواہد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3 سے شواہد</a:t>
            </a:r>
          </a:p>
          <a:p>
            <a:pPr algn="l" rtl="1"/>
            <a:endParaRPr lang="en-US"/>
          </a:p>
        </p:txBody>
      </p:sp>
      <p:sp>
        <p:nvSpPr>
          <p:cNvPr id="16" name="قابلِ اعتماد ہونا / حد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7" name="متضاد / غائب ثبوت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متضاد / غائب ثبوت</a:t>
            </a:r>
          </a:p>
          <a:p>
            <a:pPr algn="l" rtl="1"/>
            <a:endParaRPr lang="en-US"/>
          </a:p>
        </p:txBody>
      </p:sp>
      <p:sp>
        <p:nvSpPr>
          <p:cNvPr id="18" name="ابتدائی نتیجہ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ابتدائی نتیجہ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دو واقعات کا موازنہ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 الف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الف</a:t>
            </a:r>
          </a:p>
          <a:p>
            <a:pPr algn="l" rtl="1"/>
            <a:endParaRPr lang="en-US"/>
          </a:p>
        </p:txBody>
      </p:sp>
      <p:sp>
        <p:nvSpPr>
          <p:cNvPr id="8" name="واقعہ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واقعہ ب</a:t>
            </a:r>
          </a:p>
          <a:p>
            <a:pPr algn="l" rtl="1"/>
            <a:endParaRPr lang="en-US"/>
          </a:p>
        </p:txBody>
      </p:sp>
      <p:sp>
        <p:nvSpPr>
          <p:cNvPr id="9" name="اس کی وجہ کیا تھی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مماثلتیں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مماثلتیں</a:t>
            </a:r>
          </a:p>
          <a:p>
            <a:pPr algn="l" rtl="1"/>
            <a:endParaRPr lang="en-US"/>
          </a:p>
        </p:txBody>
      </p:sp>
      <p:sp>
        <p:nvSpPr>
          <p:cNvPr id="12" name="اختلافات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اختلافات</a:t>
            </a:r>
          </a:p>
          <a:p>
            <a:pPr algn="l" rtl="1"/>
            <a:endParaRPr lang="en-US"/>
          </a:p>
        </p:txBody>
      </p:sp>
      <p:sp>
        <p:nvSpPr>
          <p:cNvPr id="13" name="اس کی وجہ کیا تھی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14" name="اہم لوگ / گروہ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5" name="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6" name="تاریخی اہمیت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17" name="کون سا موازنہ سب سے اہم ہے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کون سا موازنہ سب سے اہم ہے؟</a:t>
            </a:r>
          </a:p>
          <a:p>
            <a:pPr algn="l" rtl="1"/>
            <a:endParaRPr lang="en-US"/>
          </a:p>
        </p:txBody>
      </p:sp>
      <p:sp>
        <p:nvSpPr>
          <p:cNvPr id="18" name="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نتائج</a:t>
            </a:r>
          </a:p>
          <a:p>
            <a:pPr algn="l" rtl="1"/>
            <a:endParaRPr lang="en-US"/>
          </a:p>
        </p:txBody>
      </p:sp>
      <p:sp>
        <p:nvSpPr>
          <p:cNvPr id="19" name="تاریخی اہمیت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sp>
        <p:nvSpPr>
          <p:cNvPr id="20" name="ثبوت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تاریخی واقعات کے نقشے</dc:title>
  <dc:creator>TCEA / Miguel Guhlin</dc:creator>
  <cp:lastModifiedBy>TCEA</cp:lastModifiedBy>
</cp:coreProperties>
</file>