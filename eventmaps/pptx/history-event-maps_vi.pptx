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Ảnh chụp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iều gì gây ra?"/>
          <p:cNvSpPr/>
          <p:nvPr/>
        </p:nvSpPr>
        <p:spPr>
          <a:xfrm>
            <a:off x="42088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8" name="Vì sao quan trọng?"/>
          <p:cNvSpPr/>
          <p:nvPr/>
        </p:nvSpPr>
        <p:spPr>
          <a:xfrm>
            <a:off x="3373338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9" name="Cuối cùng điều gì xảy ra?"/>
          <p:cNvSpPr/>
          <p:nvPr/>
        </p:nvSpPr>
        <p:spPr>
          <a:xfrm>
            <a:off x="6757988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Cuối cùng điều gì xảy ra?</a:t>
            </a:r>
          </a:p>
          <a:p>
            <a:pPr algn="l"/>
            <a:endParaRPr lang="en-US"/>
          </a:p>
        </p:txBody>
      </p:sp>
      <p:sp>
        <p:nvSpPr>
          <p:cNvPr id="10" name="Xảy ra như thế nào?"/>
          <p:cNvSpPr/>
          <p:nvPr/>
        </p:nvSpPr>
        <p:spPr>
          <a:xfrm>
            <a:off x="42088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như thế nào?</a:t>
            </a:r>
          </a:p>
          <a:p>
            <a:pPr algn="l"/>
            <a:endParaRPr lang="en-US"/>
          </a:p>
        </p:txBody>
      </p:sp>
      <p:sp>
        <p:nvSpPr>
          <p:cNvPr id="11" name="Sự kiện"/>
          <p:cNvSpPr/>
          <p:nvPr/>
        </p:nvSpPr>
        <p:spPr>
          <a:xfrm>
            <a:off x="3373338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12" name="Xảy ra khi nào?"/>
          <p:cNvSpPr/>
          <p:nvPr/>
        </p:nvSpPr>
        <p:spPr>
          <a:xfrm>
            <a:off x="6757988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khi nào?</a:t>
            </a:r>
          </a:p>
          <a:p>
            <a:pPr algn="l"/>
            <a:endParaRPr lang="en-US"/>
          </a:p>
        </p:txBody>
      </p:sp>
      <p:sp>
        <p:nvSpPr>
          <p:cNvPr id="13" name="Ai tham gia?"/>
          <p:cNvSpPr/>
          <p:nvPr/>
        </p:nvSpPr>
        <p:spPr>
          <a:xfrm>
            <a:off x="42088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Ai tham gia?</a:t>
            </a:r>
          </a:p>
          <a:p>
            <a:pPr algn="l"/>
            <a:endParaRPr lang="en-US"/>
          </a:p>
        </p:txBody>
      </p:sp>
      <p:sp>
        <p:nvSpPr>
          <p:cNvPr id="14" name="Xảy ra ở đâu?"/>
          <p:cNvSpPr/>
          <p:nvPr/>
        </p:nvSpPr>
        <p:spPr>
          <a:xfrm>
            <a:off x="3373338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ở đâu?</a:t>
            </a:r>
          </a:p>
          <a:p>
            <a:pPr algn="l"/>
            <a:endParaRPr lang="en-US"/>
          </a:p>
        </p:txBody>
      </p:sp>
      <p:sp>
        <p:nvSpPr>
          <p:cNvPr id="15" name="Bạn có thể kết luận gì?"/>
          <p:cNvSpPr/>
          <p:nvPr/>
        </p:nvSpPr>
        <p:spPr>
          <a:xfrm>
            <a:off x="6757988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Nguyên nhân → Sự kiện → Hệ quả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Vì sao quan trọng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8" name="Điều gì gây ra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</p:txBody>
      </p:sp>
      <p:sp>
        <p:nvSpPr>
          <p:cNvPr id="9" name="Sự kiện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Tác động ngay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ngay</a:t>
            </a:r>
          </a:p>
        </p:txBody>
      </p:sp>
      <p:sp>
        <p:nvSpPr>
          <p:cNvPr id="11" name="Ai tham gia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Ai tham gia?</a:t>
            </a:r>
          </a:p>
          <a:p>
            <a:pPr algn="l"/>
            <a:endParaRPr lang="en-US"/>
          </a:p>
        </p:txBody>
      </p:sp>
      <p:sp>
        <p:nvSpPr>
          <p:cNvPr id="12" name="Tác động về sau / lâu dài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về sau / lâu dài</a:t>
            </a:r>
          </a:p>
          <a:p>
            <a:pPr algn="l"/>
            <a:endParaRPr lang="en-US"/>
          </a:p>
        </p:txBody>
      </p:sp>
      <p:sp>
        <p:nvSpPr>
          <p:cNvPr id="13" name="Bạn có thể kết luận gì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Đường trình tự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ình tự (thứ tự các sự kiện)"/>
          <p:cNvSpPr/>
          <p:nvPr/>
        </p:nvSpPr>
        <p:spPr>
          <a:xfrm>
            <a:off x="420886" y="4469755"/>
            <a:ext cx="9216628" cy="2387947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Trình tự (thứ tự các sự kiện)</a:t>
            </a:r>
          </a:p>
          <a:p>
            <a:pPr algn="ctr"/>
            <a:endParaRPr lang="en-US"/>
          </a:p>
        </p:txBody>
      </p:sp>
      <p:sp>
        <p:nvSpPr>
          <p:cNvPr id="8" name="Xảy ra ở đâu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ở đâu?</a:t>
            </a:r>
          </a:p>
          <a:p>
            <a:pPr algn="l"/>
            <a:endParaRPr lang="en-US"/>
          </a:p>
        </p:txBody>
      </p:sp>
      <p:sp>
        <p:nvSpPr>
          <p:cNvPr id="9" name="Sự kiện"/>
          <p:cNvSpPr/>
          <p:nvPr/>
        </p:nvSpPr>
        <p:spPr>
          <a:xfrm>
            <a:off x="3379887" y="1133921"/>
            <a:ext cx="3298478" cy="207659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Xảy ra khi nào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khi nào?</a:t>
            </a:r>
          </a:p>
          <a:p>
            <a:pPr algn="l"/>
            <a:endParaRPr lang="en-US"/>
          </a:p>
        </p:txBody>
      </p:sp>
      <p:sp>
        <p:nvSpPr>
          <p:cNvPr id="11" name="Bắt đầu"/>
          <p:cNvSpPr/>
          <p:nvPr/>
        </p:nvSpPr>
        <p:spPr>
          <a:xfrm>
            <a:off x="420886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Bắt đầu</a:t>
            </a:r>
          </a:p>
          <a:p>
            <a:pPr algn="l"/>
            <a:endParaRPr lang="en-US"/>
          </a:p>
        </p:txBody>
      </p:sp>
      <p:sp>
        <p:nvSpPr>
          <p:cNvPr id="12" name="Ai tham gia?"/>
          <p:cNvSpPr/>
          <p:nvPr/>
        </p:nvSpPr>
        <p:spPr>
          <a:xfrm>
            <a:off x="6751439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Ai tham gia?</a:t>
            </a:r>
          </a:p>
          <a:p>
            <a:pPr algn="l"/>
            <a:endParaRPr lang="en-US"/>
          </a:p>
        </p:txBody>
      </p:sp>
      <p:sp>
        <p:nvSpPr>
          <p:cNvPr id="13" name="Kết thúc"/>
          <p:cNvSpPr/>
          <p:nvPr/>
        </p:nvSpPr>
        <p:spPr>
          <a:xfrm>
            <a:off x="420886" y="3283595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thúc</a:t>
            </a:r>
          </a:p>
          <a:p>
            <a:pPr algn="l"/>
            <a:endParaRPr lang="en-US"/>
          </a:p>
        </p:txBody>
      </p:sp>
      <p:sp>
        <p:nvSpPr>
          <p:cNvPr id="14" name="Vì sao quan trọng?"/>
          <p:cNvSpPr/>
          <p:nvPr/>
        </p:nvSpPr>
        <p:spPr>
          <a:xfrm>
            <a:off x="3379887" y="3283595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2320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89704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7072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44405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1823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Con người và nhóm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ãnh đạo quan trọng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Lãnh đạo quan trọng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Vì sao người này quan trọng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người này quan trọng?</a:t>
            </a:r>
          </a:p>
          <a:p>
            <a:pPr algn="l"/>
            <a:endParaRPr lang="en-US"/>
          </a:p>
        </p:txBody>
      </p:sp>
      <p:sp>
        <p:nvSpPr>
          <p:cNvPr id="9" name="Nhóm 1"/>
          <p:cNvSpPr/>
          <p:nvPr/>
        </p:nvSpPr>
        <p:spPr>
          <a:xfrm>
            <a:off x="3945582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Nhóm 1</a:t>
            </a:r>
          </a:p>
          <a:p>
            <a:pPr algn="ctr"/>
            <a:endParaRPr lang="en-US"/>
          </a:p>
        </p:txBody>
      </p:sp>
      <p:sp>
        <p:nvSpPr>
          <p:cNvPr id="10" name="Nhóm 1 muốn gì?"/>
          <p:cNvSpPr/>
          <p:nvPr/>
        </p:nvSpPr>
        <p:spPr>
          <a:xfrm>
            <a:off x="3945582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1 muốn gì?</a:t>
            </a:r>
          </a:p>
          <a:p>
            <a:pPr algn="l"/>
            <a:endParaRPr lang="en-US"/>
          </a:p>
        </p:txBody>
      </p:sp>
      <p:sp>
        <p:nvSpPr>
          <p:cNvPr id="11" name="Bạn có thể kết luận gì?"/>
          <p:cNvSpPr/>
          <p:nvPr/>
        </p:nvSpPr>
        <p:spPr>
          <a:xfrm>
            <a:off x="3945582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sp>
        <p:nvSpPr>
          <p:cNvPr id="12" name="Nhóm 2"/>
          <p:cNvSpPr/>
          <p:nvPr/>
        </p:nvSpPr>
        <p:spPr>
          <a:xfrm>
            <a:off x="5867251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Nhóm 2</a:t>
            </a:r>
          </a:p>
          <a:p>
            <a:pPr algn="ctr"/>
            <a:endParaRPr lang="en-US"/>
          </a:p>
        </p:txBody>
      </p:sp>
      <p:sp>
        <p:nvSpPr>
          <p:cNvPr id="13" name="Nhóm 2 muốn gì?"/>
          <p:cNvSpPr/>
          <p:nvPr/>
        </p:nvSpPr>
        <p:spPr>
          <a:xfrm>
            <a:off x="5867251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2 muốn gì?</a:t>
            </a:r>
          </a:p>
          <a:p>
            <a:pPr algn="l"/>
            <a:endParaRPr lang="en-US"/>
          </a:p>
        </p:txBody>
      </p:sp>
      <p:sp>
        <p:nvSpPr>
          <p:cNvPr id="14" name="Kết quả"/>
          <p:cNvSpPr/>
          <p:nvPr/>
        </p:nvSpPr>
        <p:spPr>
          <a:xfrm>
            <a:off x="5867251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5" name="Nhóm 3"/>
          <p:cNvSpPr/>
          <p:nvPr/>
        </p:nvSpPr>
        <p:spPr>
          <a:xfrm>
            <a:off x="7788920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Nhóm 3</a:t>
            </a:r>
          </a:p>
          <a:p>
            <a:pPr algn="ctr"/>
            <a:endParaRPr lang="en-US"/>
          </a:p>
        </p:txBody>
      </p:sp>
      <p:sp>
        <p:nvSpPr>
          <p:cNvPr id="16" name="Nhóm 3 muốn gì?"/>
          <p:cNvSpPr/>
          <p:nvPr/>
        </p:nvSpPr>
        <p:spPr>
          <a:xfrm>
            <a:off x="7788920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3 muốn gì?</a:t>
            </a:r>
          </a:p>
          <a:p>
            <a:pPr algn="l"/>
            <a:endParaRPr lang="en-US"/>
          </a:p>
        </p:txBody>
      </p:sp>
      <p:sp>
        <p:nvSpPr>
          <p:cNvPr id="17" name="Kết quả"/>
          <p:cNvSpPr/>
          <p:nvPr/>
        </p:nvSpPr>
        <p:spPr>
          <a:xfrm>
            <a:off x="7788920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Địa điểm quan trọng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ặc điểm tự nhiên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Đặc điểm tự nhiên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Đặc điểm con người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Đặc điểm con người</a:t>
            </a:r>
          </a:p>
          <a:p>
            <a:pPr algn="l"/>
            <a:endParaRPr lang="en-US"/>
          </a:p>
        </p:txBody>
      </p:sp>
      <p:sp>
        <p:nvSpPr>
          <p:cNvPr id="10" name="Vì sao xảy ra ở đây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xảy ra ở đây?</a:t>
            </a:r>
          </a:p>
          <a:p>
            <a:pPr algn="l"/>
            <a:endParaRPr lang="en-US"/>
          </a:p>
        </p:txBody>
      </p:sp>
      <p:sp>
        <p:nvSpPr>
          <p:cNvPr id="11" name="Di chuyển / Tuyến đường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Di chuyển / Tuyến đường</a:t>
            </a:r>
          </a:p>
          <a:p>
            <a:pPr algn="l"/>
            <a:endParaRPr lang="en-US"/>
          </a:p>
        </p:txBody>
      </p:sp>
      <p:sp>
        <p:nvSpPr>
          <p:cNvPr id="12" name="Địa điểm ảnh hưởng thế nào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điểm ảnh hưởng thế nào?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Trước và Sau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l"/>
            <a:endParaRPr lang="en-US"/>
          </a:p>
        </p:txBody>
      </p:sp>
      <p:sp>
        <p:nvSpPr>
          <p:cNvPr id="9" name="Sau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Sau</a:t>
            </a:r>
          </a:p>
          <a:p>
            <a:pPr algn="l"/>
            <a:endParaRPr lang="en-US"/>
          </a:p>
        </p:txBody>
      </p:sp>
      <p:sp>
        <p:nvSpPr>
          <p:cNvPr id="10" name="Điều gì thay đổi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thay đổi?</a:t>
            </a:r>
          </a:p>
          <a:p>
            <a:pPr algn="l"/>
            <a:endParaRPr lang="en-US"/>
          </a:p>
        </p:txBody>
      </p:sp>
      <p:sp>
        <p:nvSpPr>
          <p:cNvPr id="11" name="Điều gì vẫn như cũ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vẫn như cũ?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bằng chứng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guồn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Nguồn 1</a:t>
            </a:r>
          </a:p>
          <a:p>
            <a:pPr algn="l"/>
            <a:endParaRPr lang="en-US"/>
          </a:p>
        </p:txBody>
      </p:sp>
      <p:sp>
        <p:nvSpPr>
          <p:cNvPr id="8" name="Chi tiết hoặc bằng chứng hữu ích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Chi tiết hoặc bằng chứng hữu ích</a:t>
            </a:r>
          </a:p>
          <a:p>
            <a:pPr algn="l"/>
            <a:endParaRPr lang="en-US"/>
          </a:p>
        </p:txBody>
      </p:sp>
      <p:sp>
        <p:nvSpPr>
          <p:cNvPr id="9" name="Nguồn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Nguồn 2</a:t>
            </a:r>
          </a:p>
          <a:p>
            <a:pPr algn="l"/>
            <a:endParaRPr lang="en-US"/>
          </a:p>
        </p:txBody>
      </p:sp>
      <p:sp>
        <p:nvSpPr>
          <p:cNvPr id="10" name="Chi tiết hoặc bằng chứng hữu ích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Chi tiết hoặc bằng chứng hữu ích</a:t>
            </a:r>
          </a:p>
          <a:p>
            <a:pPr algn="l"/>
            <a:endParaRPr lang="en-US"/>
          </a:p>
        </p:txBody>
      </p:sp>
      <p:sp>
        <p:nvSpPr>
          <p:cNvPr id="11" name="Nguồn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Nguồn 3</a:t>
            </a:r>
          </a:p>
          <a:p>
            <a:pPr algn="l"/>
            <a:endParaRPr lang="en-US"/>
          </a:p>
        </p:txBody>
      </p:sp>
      <p:sp>
        <p:nvSpPr>
          <p:cNvPr id="12" name="Chi tiết hoặc bằng chứng hữu ích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Chi tiết hoặc bằng chứng hữu ích</a:t>
            </a:r>
          </a:p>
          <a:p>
            <a:pPr algn="l"/>
            <a:endParaRPr lang="en-US"/>
          </a:p>
        </p:txBody>
      </p:sp>
      <p:sp>
        <p:nvSpPr>
          <p:cNvPr id="13" name="Bạn có thể kết luận gì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Vì sao quan trọng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ự kiện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8" name="Tác động đến con người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con người</a:t>
            </a:r>
          </a:p>
          <a:p>
            <a:pPr algn="l"/>
            <a:endParaRPr lang="en-US"/>
          </a:p>
        </p:txBody>
      </p:sp>
      <p:sp>
        <p:nvSpPr>
          <p:cNvPr id="9" name="Tác động đến chính quyền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chính quyền</a:t>
            </a:r>
          </a:p>
          <a:p>
            <a:pPr algn="l"/>
            <a:endParaRPr lang="en-US"/>
          </a:p>
        </p:txBody>
      </p:sp>
      <p:sp>
        <p:nvSpPr>
          <p:cNvPr id="10" name="Tác động đến kinh tế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kinh tế</a:t>
            </a:r>
          </a:p>
          <a:p>
            <a:pPr algn="l"/>
            <a:endParaRPr lang="en-US"/>
          </a:p>
        </p:txBody>
      </p:sp>
      <p:sp>
        <p:nvSpPr>
          <p:cNvPr id="11" name="Tác động đến cộng đồng / văn hóa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cộng đồng / văn hóa</a:t>
            </a:r>
          </a:p>
          <a:p>
            <a:pPr algn="l"/>
            <a:endParaRPr lang="en-US"/>
          </a:p>
        </p:txBody>
      </p:sp>
      <p:sp>
        <p:nvSpPr>
          <p:cNvPr id="12" name="Thay đổi nào quan trọng nhất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nào quan trọng nhất?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Điều tra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iều gì gây ra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8" name="Vì sao quan trọng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9" name="Kết quả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0" name="Xảy ra như thế nào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như thế nào?</a:t>
            </a:r>
          </a:p>
          <a:p>
            <a:pPr algn="l"/>
            <a:endParaRPr lang="en-US"/>
          </a:p>
        </p:txBody>
      </p:sp>
      <p:sp>
        <p:nvSpPr>
          <p:cNvPr id="11" name="Sự kiện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12" name="Xảy ra khi nào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khi nào?</a:t>
            </a:r>
          </a:p>
          <a:p>
            <a:pPr algn="l"/>
            <a:endParaRPr lang="en-US"/>
          </a:p>
        </p:txBody>
      </p:sp>
      <p:sp>
        <p:nvSpPr>
          <p:cNvPr id="13" name="Các nhóm tham gia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Các nhóm tham gia</a:t>
            </a:r>
          </a:p>
          <a:p>
            <a:pPr algn="l"/>
            <a:endParaRPr lang="en-US"/>
          </a:p>
        </p:txBody>
      </p:sp>
      <p:sp>
        <p:nvSpPr>
          <p:cNvPr id="14" name="Xảy ra ở đâu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ở đâu?</a:t>
            </a:r>
          </a:p>
          <a:p>
            <a:pPr algn="l"/>
            <a:endParaRPr lang="en-US"/>
          </a:p>
        </p:txBody>
      </p:sp>
      <p:sp>
        <p:nvSpPr>
          <p:cNvPr id="15" name="Lãnh đạo quan trọng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Lãnh đạo quan trọng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Nguyên nhân dưới áp lực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guyên nhân dài hạn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dài hạn</a:t>
            </a:r>
          </a:p>
          <a:p>
            <a:pPr algn="l"/>
            <a:endParaRPr lang="en-US"/>
          </a:p>
        </p:txBody>
      </p:sp>
      <p:sp>
        <p:nvSpPr>
          <p:cNvPr id="8" name="Nguyên nhân ngắn hạn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ngắn hạn</a:t>
            </a:r>
          </a:p>
          <a:p>
            <a:pPr algn="l"/>
            <a:endParaRPr lang="en-US"/>
          </a:p>
        </p:txBody>
      </p:sp>
      <p:sp>
        <p:nvSpPr>
          <p:cNvPr id="9" name="Tác nhân khởi phát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nhân khởi phát</a:t>
            </a:r>
          </a:p>
          <a:p>
            <a:pPr algn="l"/>
            <a:endParaRPr lang="en-US"/>
          </a:p>
        </p:txBody>
      </p:sp>
      <p:sp>
        <p:nvSpPr>
          <p:cNvPr id="10" name="Sự kiện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l"/>
            <a:endParaRPr lang="en-US"/>
          </a:p>
        </p:txBody>
      </p:sp>
      <p:sp>
        <p:nvSpPr>
          <p:cNvPr id="11" name="Tác động ngay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ngay</a:t>
            </a:r>
          </a:p>
          <a:p>
            <a:pPr algn="l"/>
            <a:endParaRPr lang="en-US"/>
          </a:p>
        </p:txBody>
      </p:sp>
      <p:sp>
        <p:nvSpPr>
          <p:cNvPr id="12" name="Tác động về sau / lâu dài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về sau / lâu dài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bước ngoặt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Bước ngoặt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Bước ngoặt</a:t>
            </a:r>
          </a:p>
          <a:p>
            <a:pPr algn="l"/>
            <a:endParaRPr lang="en-US"/>
          </a:p>
        </p:txBody>
      </p:sp>
      <p:sp>
        <p:nvSpPr>
          <p:cNvPr id="9" name="Sau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Sau</a:t>
            </a:r>
          </a:p>
          <a:p>
            <a:pPr algn="l"/>
            <a:endParaRPr lang="en-US"/>
          </a:p>
        </p:txBody>
      </p:sp>
      <p:sp>
        <p:nvSpPr>
          <p:cNvPr id="10" name="Áp lực tích tụ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Áp lực tích tụ</a:t>
            </a:r>
          </a:p>
          <a:p>
            <a:pPr algn="l"/>
            <a:endParaRPr lang="en-US"/>
          </a:p>
        </p:txBody>
      </p:sp>
      <p:sp>
        <p:nvSpPr>
          <p:cNvPr id="11" name="Thay đổi dài hạn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dài hạn</a:t>
            </a:r>
          </a:p>
          <a:p>
            <a:pPr algn="l"/>
            <a:endParaRPr lang="en-US"/>
          </a:p>
        </p:txBody>
      </p:sp>
      <p:sp>
        <p:nvSpPr>
          <p:cNvPr id="12" name="Vì sao đây là bước ngoặt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đây là bước ngoặt?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Nhiều góc nhìn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hóm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1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Nhóm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2</a:t>
            </a:r>
          </a:p>
          <a:p>
            <a:pPr algn="l"/>
            <a:endParaRPr lang="en-US"/>
          </a:p>
        </p:txBody>
      </p:sp>
      <p:sp>
        <p:nvSpPr>
          <p:cNvPr id="10" name="Nhóm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3</a:t>
            </a:r>
          </a:p>
          <a:p>
            <a:pPr algn="l"/>
            <a:endParaRPr lang="en-US"/>
          </a:p>
        </p:txBody>
      </p:sp>
      <p:sp>
        <p:nvSpPr>
          <p:cNvPr id="11" name="Nhóm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4</a:t>
            </a:r>
          </a:p>
          <a:p>
            <a:pPr algn="l"/>
            <a:endParaRPr lang="en-US"/>
          </a:p>
        </p:txBody>
      </p:sp>
      <p:sp>
        <p:nvSpPr>
          <p:cNvPr id="12" name="Họ đồng ý ở điểm nào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đồng ý ở điểm nào?</a:t>
            </a:r>
          </a:p>
          <a:p>
            <a:pPr algn="l"/>
            <a:endParaRPr lang="en-US"/>
          </a:p>
        </p:txBody>
      </p:sp>
      <p:sp>
        <p:nvSpPr>
          <p:cNvPr id="13" name="Họ bất đồng ở điểm nào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bất đồng ở điểm nào?</a:t>
            </a:r>
          </a:p>
          <a:p>
            <a:pPr algn="l"/>
            <a:endParaRPr lang="en-US"/>
          </a:p>
        </p:txBody>
      </p:sp>
      <p:sp>
        <p:nvSpPr>
          <p:cNvPr id="14" name="Tiếng nói nào còn thiếu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Tiếng nói nào còn thiếu?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Lãnh đạo và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ãnh đạo quan trọng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Lãnh đạo quan trọng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Tác động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</a:t>
            </a:r>
          </a:p>
          <a:p>
            <a:pPr algn="l"/>
            <a:endParaRPr lang="en-US"/>
          </a:p>
        </p:txBody>
      </p:sp>
      <p:sp>
        <p:nvSpPr>
          <p:cNvPr id="9" name="Bằng chứng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sp>
        <p:nvSpPr>
          <p:cNvPr id="10" name="Sự kiện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Mục tiêu của lãnh đạo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Mục tiêu của lãnh đạo</a:t>
            </a:r>
          </a:p>
          <a:p>
            <a:pPr algn="l"/>
            <a:endParaRPr lang="en-US"/>
          </a:p>
        </p:txBody>
      </p:sp>
      <p:sp>
        <p:nvSpPr>
          <p:cNvPr id="12" name="Quyết định chính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Quyết định chính</a:t>
            </a:r>
          </a:p>
          <a:p>
            <a:pPr algn="l"/>
            <a:endParaRPr lang="en-US"/>
          </a:p>
        </p:txBody>
      </p:sp>
      <p:sp>
        <p:nvSpPr>
          <p:cNvPr id="13" name="Đồng minh / người ủng hộ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Đồng minh / người ủng hộ</a:t>
            </a:r>
          </a:p>
          <a:p>
            <a:pPr algn="l"/>
            <a:endParaRPr lang="en-US"/>
          </a:p>
        </p:txBody>
      </p:sp>
      <p:sp>
        <p:nvSpPr>
          <p:cNvPr id="14" name="Đối thủ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Đối thủ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xung đột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ên / Nhóm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Bên / Nhóm A</a:t>
            </a:r>
          </a:p>
          <a:p>
            <a:pPr algn="l"/>
            <a:endParaRPr lang="en-US"/>
          </a:p>
        </p:txBody>
      </p:sp>
      <p:sp>
        <p:nvSpPr>
          <p:cNvPr id="8" name="Mục tiêu của bên A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Mục tiêu của bên A</a:t>
            </a:r>
          </a:p>
          <a:p>
            <a:pPr algn="l"/>
            <a:endParaRPr lang="en-US"/>
          </a:p>
        </p:txBody>
      </p:sp>
      <p:sp>
        <p:nvSpPr>
          <p:cNvPr id="9" name="Hành động của bên A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của bên A</a:t>
            </a:r>
          </a:p>
          <a:p>
            <a:pPr algn="l"/>
            <a:endParaRPr lang="en-US"/>
          </a:p>
        </p:txBody>
      </p:sp>
      <p:sp>
        <p:nvSpPr>
          <p:cNvPr id="10" name="Sự kiện xung đột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 xung đột</a:t>
            </a:r>
          </a:p>
        </p:txBody>
      </p:sp>
      <p:sp>
        <p:nvSpPr>
          <p:cNvPr id="11" name="Bên / Nhóm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Bên / Nhóm B</a:t>
            </a:r>
          </a:p>
          <a:p>
            <a:pPr algn="l"/>
            <a:endParaRPr lang="en-US"/>
          </a:p>
        </p:txBody>
      </p:sp>
      <p:sp>
        <p:nvSpPr>
          <p:cNvPr id="12" name="Mục tiêu của bên B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Mục tiêu của bên B</a:t>
            </a:r>
          </a:p>
          <a:p>
            <a:pPr algn="l"/>
            <a:endParaRPr lang="en-US"/>
          </a:p>
        </p:txBody>
      </p:sp>
      <p:sp>
        <p:nvSpPr>
          <p:cNvPr id="13" name="Hành động của bên B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của bên B</a:t>
            </a:r>
          </a:p>
          <a:p>
            <a:pPr algn="l"/>
            <a:endParaRPr lang="en-US"/>
          </a:p>
        </p:txBody>
      </p:sp>
      <p:sp>
        <p:nvSpPr>
          <p:cNvPr id="14" name="Giải quyết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Giải quyết</a:t>
            </a:r>
          </a:p>
          <a:p>
            <a:pPr algn="l"/>
            <a:endParaRPr lang="en-US"/>
          </a:p>
        </p:txBody>
      </p:sp>
      <p:sp>
        <p:nvSpPr>
          <p:cNvPr id="15" name="Kết quả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Chuỗi phản ứng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Hành động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1</a:t>
            </a:r>
          </a:p>
          <a:p>
            <a:pPr algn="l"/>
            <a:endParaRPr lang="en-US"/>
          </a:p>
        </p:txBody>
      </p:sp>
      <p:sp>
        <p:nvSpPr>
          <p:cNvPr id="8" name="Phản ứng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Phản ứng 1</a:t>
            </a:r>
          </a:p>
          <a:p>
            <a:pPr algn="l"/>
            <a:endParaRPr lang="en-US"/>
          </a:p>
        </p:txBody>
      </p:sp>
      <p:sp>
        <p:nvSpPr>
          <p:cNvPr id="9" name="Hành động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2</a:t>
            </a:r>
          </a:p>
          <a:p>
            <a:pPr algn="l"/>
            <a:endParaRPr lang="en-US"/>
          </a:p>
        </p:txBody>
      </p:sp>
      <p:sp>
        <p:nvSpPr>
          <p:cNvPr id="10" name="Phản ứng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Phản ứng 2</a:t>
            </a:r>
          </a:p>
          <a:p>
            <a:pPr algn="l"/>
            <a:endParaRPr lang="en-US"/>
          </a:p>
        </p:txBody>
      </p:sp>
      <p:sp>
        <p:nvSpPr>
          <p:cNvPr id="11" name="Khủng hoảng / Bước ngoặt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Khủng hoảng / Bước ngoặt</a:t>
            </a:r>
          </a:p>
          <a:p>
            <a:pPr algn="l"/>
            <a:endParaRPr lang="en-US"/>
          </a:p>
        </p:txBody>
      </p:sp>
      <p:sp>
        <p:nvSpPr>
          <p:cNvPr id="12" name="Kết quả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3" name="Mắt xích quan trọng nhất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Mắt xích quan trọng nhất</a:t>
            </a:r>
          </a:p>
          <a:p>
            <a:pPr algn="l"/>
            <a:endParaRPr lang="en-US"/>
          </a:p>
        </p:txBody>
      </p:sp>
      <p:sp>
        <p:nvSpPr>
          <p:cNvPr id="14" name="Bằng chứng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Địa lý của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ịa lý tự nhiên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lý tự nhiên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Địa lý con người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lý con người</a:t>
            </a:r>
          </a:p>
          <a:p>
            <a:pPr algn="l"/>
            <a:endParaRPr lang="en-US"/>
          </a:p>
        </p:txBody>
      </p:sp>
      <p:sp>
        <p:nvSpPr>
          <p:cNvPr id="10" name="Tài nguyên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Tài nguyên</a:t>
            </a:r>
          </a:p>
          <a:p>
            <a:pPr algn="l"/>
            <a:endParaRPr lang="en-US"/>
          </a:p>
        </p:txBody>
      </p:sp>
      <p:sp>
        <p:nvSpPr>
          <p:cNvPr id="11" name="Di chuyển / Tuyến đường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Di chuyển / Tuyến đường</a:t>
            </a:r>
          </a:p>
          <a:p>
            <a:pPr algn="l"/>
            <a:endParaRPr lang="en-US"/>
          </a:p>
        </p:txBody>
      </p:sp>
      <p:sp>
        <p:nvSpPr>
          <p:cNvPr id="12" name="Vì sao vị trí quan trọng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vị trí quan trọng?</a:t>
            </a:r>
          </a:p>
          <a:p>
            <a:pPr algn="l"/>
            <a:endParaRPr lang="en-US"/>
          </a:p>
        </p:txBody>
      </p:sp>
      <p:sp>
        <p:nvSpPr>
          <p:cNvPr id="13" name="Tác động địa lý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địa lý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bối cảnh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ối cảnh lịch sử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Bối cảnh lịch sử</a:t>
            </a:r>
          </a:p>
          <a:p>
            <a:pPr algn="l"/>
            <a:endParaRPr lang="en-US"/>
          </a:p>
        </p:txBody>
      </p:sp>
      <p:sp>
        <p:nvSpPr>
          <p:cNvPr id="8" name="Nguyên nhân dài hạn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dài hạn</a:t>
            </a:r>
          </a:p>
          <a:p>
            <a:pPr algn="l"/>
            <a:endParaRPr lang="en-US"/>
          </a:p>
        </p:txBody>
      </p:sp>
      <p:sp>
        <p:nvSpPr>
          <p:cNvPr id="9" name="Nguyên nhân trực tiếp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trực tiếp</a:t>
            </a:r>
          </a:p>
          <a:p>
            <a:pPr algn="l"/>
            <a:endParaRPr lang="en-US"/>
          </a:p>
        </p:txBody>
      </p:sp>
      <p:sp>
        <p:nvSpPr>
          <p:cNvPr id="10" name="Nhân vật / nhóm chính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Nhân vật / nhóm chính</a:t>
            </a:r>
          </a:p>
          <a:p>
            <a:pPr algn="l"/>
            <a:endParaRPr lang="en-US"/>
          </a:p>
        </p:txBody>
      </p:sp>
      <p:sp>
        <p:nvSpPr>
          <p:cNvPr id="11" name="Điều gì đã xảy ra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đã xảy ra?</a:t>
            </a:r>
          </a:p>
          <a:p>
            <a:pPr algn="l"/>
            <a:endParaRPr lang="en-US"/>
          </a:p>
        </p:txBody>
      </p:sp>
      <p:sp>
        <p:nvSpPr>
          <p:cNvPr id="12" name="Sự kiện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Kết quả trước mắt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 trước mắt</a:t>
            </a:r>
          </a:p>
          <a:p>
            <a:pPr algn="l"/>
            <a:endParaRPr lang="en-US"/>
          </a:p>
        </p:txBody>
      </p:sp>
      <p:sp>
        <p:nvSpPr>
          <p:cNvPr id="14" name="Kết quả lâu dài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 lâu dài</a:t>
            </a:r>
          </a:p>
          <a:p>
            <a:pPr algn="l"/>
            <a:endParaRPr lang="en-US"/>
          </a:p>
        </p:txBody>
      </p:sp>
      <p:sp>
        <p:nvSpPr>
          <p:cNvPr id="15" name="Ý nghĩa lịch sử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Ý nghĩa lịch sử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Xếp hạng nguyên nhân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guyên nhân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1</a:t>
            </a:r>
          </a:p>
          <a:p>
            <a:pPr algn="l"/>
            <a:endParaRPr lang="en-US"/>
          </a:p>
        </p:txBody>
      </p:sp>
      <p:sp>
        <p:nvSpPr>
          <p:cNvPr id="8" name="Nguyên nhân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2</a:t>
            </a:r>
          </a:p>
          <a:p>
            <a:pPr algn="l"/>
            <a:endParaRPr lang="en-US"/>
          </a:p>
        </p:txBody>
      </p:sp>
      <p:sp>
        <p:nvSpPr>
          <p:cNvPr id="9" name="Nguyên nhân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3</a:t>
            </a:r>
          </a:p>
          <a:p>
            <a:pPr algn="l"/>
            <a:endParaRPr lang="en-US"/>
          </a:p>
        </p:txBody>
      </p:sp>
      <p:sp>
        <p:nvSpPr>
          <p:cNvPr id="10" name="Nguyên nhân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4</a:t>
            </a:r>
          </a:p>
          <a:p>
            <a:pPr algn="l"/>
            <a:endParaRPr lang="en-US"/>
          </a:p>
        </p:txBody>
      </p:sp>
      <p:sp>
        <p:nvSpPr>
          <p:cNvPr id="11" name="Xếp hạng nguyên nhân 1-4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Xếp hạng nguyên nhân 1-4</a:t>
            </a:r>
          </a:p>
          <a:p>
            <a:pPr algn="l"/>
            <a:endParaRPr lang="en-US"/>
          </a:p>
        </p:txBody>
      </p:sp>
      <p:sp>
        <p:nvSpPr>
          <p:cNvPr id="12" name="Nguyên nhân quan trọng nhất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quan trọng nhất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Phân tích bước ngoặt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l"/>
            <a:endParaRPr lang="en-US"/>
          </a:p>
        </p:txBody>
      </p:sp>
      <p:sp>
        <p:nvSpPr>
          <p:cNvPr id="9" name="Thay đổi ngay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ngay</a:t>
            </a:r>
          </a:p>
          <a:p>
            <a:pPr algn="l"/>
            <a:endParaRPr lang="en-US"/>
          </a:p>
        </p:txBody>
      </p:sp>
      <p:sp>
        <p:nvSpPr>
          <p:cNvPr id="10" name="Thay đổi dài hạn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dài hạn</a:t>
            </a:r>
          </a:p>
          <a:p>
            <a:pPr algn="l"/>
            <a:endParaRPr lang="en-US"/>
          </a:p>
        </p:txBody>
      </p:sp>
      <p:sp>
        <p:nvSpPr>
          <p:cNvPr id="11" name="Điều gì tiếp tục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tiếp tục?</a:t>
            </a:r>
          </a:p>
          <a:p>
            <a:pPr algn="l"/>
            <a:endParaRPr lang="en-US"/>
          </a:p>
        </p:txBody>
      </p:sp>
      <p:sp>
        <p:nvSpPr>
          <p:cNvPr id="12" name="Có thực sự là bước ngoặt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Có thực sự là bước ngoặt?</a:t>
            </a:r>
          </a:p>
          <a:p>
            <a:pPr algn="l"/>
            <a:endParaRPr lang="en-US"/>
          </a:p>
        </p:txBody>
      </p:sp>
      <p:sp>
        <p:nvSpPr>
          <p:cNvPr id="13" name="Bằng chứng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Góc nhìn và bằng chứng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óc nhìn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1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Góc nhìn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2</a:t>
            </a:r>
          </a:p>
          <a:p>
            <a:pPr algn="l"/>
            <a:endParaRPr lang="en-US"/>
          </a:p>
        </p:txBody>
      </p:sp>
      <p:sp>
        <p:nvSpPr>
          <p:cNvPr id="10" name="Góc nhìn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3</a:t>
            </a:r>
          </a:p>
          <a:p>
            <a:pPr algn="l"/>
            <a:endParaRPr lang="en-US"/>
          </a:p>
        </p:txBody>
      </p:sp>
      <p:sp>
        <p:nvSpPr>
          <p:cNvPr id="11" name="Góc nhìn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4</a:t>
            </a:r>
          </a:p>
          <a:p>
            <a:pPr algn="l"/>
            <a:endParaRPr lang="en-US"/>
          </a:p>
        </p:txBody>
      </p:sp>
      <p:sp>
        <p:nvSpPr>
          <p:cNvPr id="12" name="Bằng chứng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sp>
        <p:nvSpPr>
          <p:cNvPr id="13" name="Họ đồng ý ở điểm nào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đồng ý ở điểm nào?</a:t>
            </a:r>
          </a:p>
          <a:p>
            <a:pPr algn="l"/>
            <a:endParaRPr lang="en-US"/>
          </a:p>
        </p:txBody>
      </p:sp>
      <p:sp>
        <p:nvSpPr>
          <p:cNvPr id="14" name="Họ bất đồng ở điểm nào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bất đồng ở điểm nào?</a:t>
            </a:r>
          </a:p>
          <a:p>
            <a:pPr algn="l"/>
            <a:endParaRPr lang="en-US"/>
          </a:p>
        </p:txBody>
      </p:sp>
      <p:sp>
        <p:nvSpPr>
          <p:cNvPr id="15" name="Tiếng nói nào còn thiếu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Tiếng nói nào còn thiếu?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Bốn góc tác động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hính trị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Chính trị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Kinh tế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Kinh tế</a:t>
            </a:r>
          </a:p>
          <a:p>
            <a:pPr algn="l"/>
            <a:endParaRPr lang="en-US"/>
          </a:p>
        </p:txBody>
      </p:sp>
      <p:sp>
        <p:nvSpPr>
          <p:cNvPr id="10" name="Xã hội / Văn hóa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Xã hội / Văn hóa</a:t>
            </a:r>
          </a:p>
          <a:p>
            <a:pPr algn="l"/>
            <a:endParaRPr lang="en-US"/>
          </a:p>
        </p:txBody>
      </p:sp>
      <p:sp>
        <p:nvSpPr>
          <p:cNvPr id="11" name="Địa lý / Môi trường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lý / Môi trường</a:t>
            </a:r>
          </a:p>
          <a:p>
            <a:pPr algn="l"/>
            <a:endParaRPr lang="en-US"/>
          </a:p>
        </p:txBody>
      </p:sp>
      <p:sp>
        <p:nvSpPr>
          <p:cNvPr id="12" name="Trước mắt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 mắt</a:t>
            </a:r>
          </a:p>
          <a:p>
            <a:pPr algn="l"/>
            <a:endParaRPr lang="en-US"/>
          </a:p>
        </p:txBody>
      </p:sp>
      <p:sp>
        <p:nvSpPr>
          <p:cNvPr id="13" name="Lâu dài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Lâu dài</a:t>
            </a:r>
          </a:p>
          <a:p>
            <a:pPr algn="l"/>
            <a:endParaRPr lang="en-US"/>
          </a:p>
        </p:txBody>
      </p:sp>
      <p:sp>
        <p:nvSpPr>
          <p:cNvPr id="14" name="Tác động nào quan trọng nhất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nào quan trọng nhất?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Liên tục và thay đổi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Trong thời kỳ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Trong thời kỳ</a:t>
            </a:r>
          </a:p>
          <a:p>
            <a:pPr algn="l"/>
            <a:endParaRPr lang="en-US"/>
          </a:p>
        </p:txBody>
      </p:sp>
      <p:sp>
        <p:nvSpPr>
          <p:cNvPr id="9" name="Sau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Sau</a:t>
            </a:r>
          </a:p>
          <a:p>
            <a:pPr algn="l"/>
            <a:endParaRPr lang="en-US"/>
          </a:p>
        </p:txBody>
      </p:sp>
      <p:sp>
        <p:nvSpPr>
          <p:cNvPr id="10" name="Thay đổi lớn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lớn</a:t>
            </a:r>
          </a:p>
          <a:p>
            <a:pPr algn="l"/>
            <a:endParaRPr lang="en-US"/>
          </a:p>
        </p:txBody>
      </p:sp>
      <p:sp>
        <p:nvSpPr>
          <p:cNvPr id="11" name="Thay đổi dần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dần</a:t>
            </a:r>
          </a:p>
          <a:p>
            <a:pPr algn="l"/>
            <a:endParaRPr lang="en-US"/>
          </a:p>
        </p:txBody>
      </p:sp>
      <p:sp>
        <p:nvSpPr>
          <p:cNvPr id="12" name="Điều gì vẫn như cũ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vẫn như cũ?</a:t>
            </a:r>
          </a:p>
          <a:p>
            <a:pPr algn="l"/>
            <a:endParaRPr lang="en-US"/>
          </a:p>
        </p:txBody>
      </p:sp>
      <p:sp>
        <p:nvSpPr>
          <p:cNvPr id="13" name="Vì sao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sao?</a:t>
            </a:r>
          </a:p>
          <a:p>
            <a:pPr algn="l"/>
            <a:endParaRPr lang="en-US"/>
          </a:p>
        </p:txBody>
      </p:sp>
      <p:sp>
        <p:nvSpPr>
          <p:cNvPr id="14" name="Nhận định của bạn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Nhận định của bạn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Hồ sơ bằng chứng lịch sử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âu hỏi lịch sử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Câu hỏi lịch sử</a:t>
            </a:r>
          </a:p>
          <a:p>
            <a:pPr algn="l"/>
            <a:endParaRPr lang="en-US"/>
          </a:p>
        </p:txBody>
      </p:sp>
      <p:sp>
        <p:nvSpPr>
          <p:cNvPr id="8" name="Nguồn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Nguồn 1</a:t>
            </a:r>
          </a:p>
          <a:p>
            <a:pPr algn="l"/>
            <a:endParaRPr lang="en-US"/>
          </a:p>
        </p:txBody>
      </p:sp>
      <p:sp>
        <p:nvSpPr>
          <p:cNvPr id="9" name="Bằng chứng từ Nguồn 1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từ Nguồn 1</a:t>
            </a:r>
          </a:p>
          <a:p>
            <a:pPr algn="l"/>
            <a:endParaRPr lang="en-US"/>
          </a:p>
        </p:txBody>
      </p:sp>
      <p:sp>
        <p:nvSpPr>
          <p:cNvPr id="10" name="Độ tin cậy / Hạn chế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Độ tin cậy / Hạn chế</a:t>
            </a:r>
          </a:p>
          <a:p>
            <a:pPr algn="l"/>
            <a:endParaRPr lang="en-US"/>
          </a:p>
        </p:txBody>
      </p:sp>
      <p:sp>
        <p:nvSpPr>
          <p:cNvPr id="11" name="Nguồn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Nguồn 2</a:t>
            </a:r>
          </a:p>
          <a:p>
            <a:pPr algn="l"/>
            <a:endParaRPr lang="en-US"/>
          </a:p>
        </p:txBody>
      </p:sp>
      <p:sp>
        <p:nvSpPr>
          <p:cNvPr id="12" name="Bằng chứng từ Nguồn 2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từ Nguồn 2</a:t>
            </a:r>
          </a:p>
          <a:p>
            <a:pPr algn="l"/>
            <a:endParaRPr lang="en-US"/>
          </a:p>
        </p:txBody>
      </p:sp>
      <p:sp>
        <p:nvSpPr>
          <p:cNvPr id="13" name="Độ tin cậy / Hạn chế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Độ tin cậy / Hạn chế</a:t>
            </a:r>
          </a:p>
          <a:p>
            <a:pPr algn="l"/>
            <a:endParaRPr lang="en-US"/>
          </a:p>
        </p:txBody>
      </p:sp>
      <p:sp>
        <p:nvSpPr>
          <p:cNvPr id="14" name="Nguồn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Nguồn 3</a:t>
            </a:r>
          </a:p>
          <a:p>
            <a:pPr algn="l"/>
            <a:endParaRPr lang="en-US"/>
          </a:p>
        </p:txBody>
      </p:sp>
      <p:sp>
        <p:nvSpPr>
          <p:cNvPr id="15" name="Bằng chứng từ Nguồn 3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từ Nguồn 3</a:t>
            </a:r>
          </a:p>
          <a:p>
            <a:pPr algn="l"/>
            <a:endParaRPr lang="en-US"/>
          </a:p>
        </p:txBody>
      </p:sp>
      <p:sp>
        <p:nvSpPr>
          <p:cNvPr id="16" name="Độ tin cậy / Hạn chế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Độ tin cậy / Hạn chế</a:t>
            </a:r>
          </a:p>
          <a:p>
            <a:pPr algn="l"/>
            <a:endParaRPr lang="en-US"/>
          </a:p>
        </p:txBody>
      </p:sp>
      <p:sp>
        <p:nvSpPr>
          <p:cNvPr id="17" name="Bằng chứng mâu thuẫn / còn thiếu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mâu thuẫn / còn thiếu</a:t>
            </a:r>
          </a:p>
          <a:p>
            <a:pPr algn="l"/>
            <a:endParaRPr lang="en-US"/>
          </a:p>
        </p:txBody>
      </p:sp>
      <p:sp>
        <p:nvSpPr>
          <p:cNvPr id="18" name="Kết luận tạm thời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Kết luận tạm thời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So sánh hai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ự kiện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Sự kiện A</a:t>
            </a:r>
          </a:p>
          <a:p>
            <a:pPr algn="l"/>
            <a:endParaRPr lang="en-US"/>
          </a:p>
        </p:txBody>
      </p:sp>
      <p:sp>
        <p:nvSpPr>
          <p:cNvPr id="8" name="Sự kiện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Sự kiện B</a:t>
            </a:r>
          </a:p>
          <a:p>
            <a:pPr algn="l"/>
            <a:endParaRPr lang="en-US"/>
          </a:p>
        </p:txBody>
      </p:sp>
      <p:sp>
        <p:nvSpPr>
          <p:cNvPr id="9" name="Điều gì gây ra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10" name="Nhân vật / nhóm chính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Nhân vật / nhóm chính</a:t>
            </a:r>
          </a:p>
          <a:p>
            <a:pPr algn="l"/>
            <a:endParaRPr lang="en-US"/>
          </a:p>
        </p:txBody>
      </p:sp>
      <p:sp>
        <p:nvSpPr>
          <p:cNvPr id="11" name="Điểm giống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Điểm giống</a:t>
            </a:r>
          </a:p>
          <a:p>
            <a:pPr algn="l"/>
            <a:endParaRPr lang="en-US"/>
          </a:p>
        </p:txBody>
      </p:sp>
      <p:sp>
        <p:nvSpPr>
          <p:cNvPr id="12" name="Điểm khác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Điểm khác</a:t>
            </a:r>
          </a:p>
          <a:p>
            <a:pPr algn="l"/>
            <a:endParaRPr lang="en-US"/>
          </a:p>
        </p:txBody>
      </p:sp>
      <p:sp>
        <p:nvSpPr>
          <p:cNvPr id="13" name="Điều gì gây ra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14" name="Nhân vật / nhóm chính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Nhân vật / nhóm chính</a:t>
            </a:r>
          </a:p>
          <a:p>
            <a:pPr algn="l"/>
            <a:endParaRPr lang="en-US"/>
          </a:p>
        </p:txBody>
      </p:sp>
      <p:sp>
        <p:nvSpPr>
          <p:cNvPr id="15" name="Kết quả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6" name="Ý nghĩa lịch sử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Ý nghĩa lịch sử</a:t>
            </a:r>
          </a:p>
          <a:p>
            <a:pPr algn="l"/>
            <a:endParaRPr lang="en-US"/>
          </a:p>
        </p:txBody>
      </p:sp>
      <p:sp>
        <p:nvSpPr>
          <p:cNvPr id="17" name="So sánh nào quan trọng nhất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So sánh nào quan trọng nhất?</a:t>
            </a:r>
          </a:p>
          <a:p>
            <a:pPr algn="l"/>
            <a:endParaRPr lang="en-US"/>
          </a:p>
        </p:txBody>
      </p:sp>
      <p:sp>
        <p:nvSpPr>
          <p:cNvPr id="18" name="Kết quả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9" name="Ý nghĩa lịch sử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Ý nghĩa lịch sử</a:t>
            </a:r>
          </a:p>
          <a:p>
            <a:pPr algn="l"/>
            <a:endParaRPr lang="en-US"/>
          </a:p>
        </p:txBody>
      </p:sp>
      <p:sp>
        <p:nvSpPr>
          <p:cNvPr id="20" name="Bằng chứng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Sơ Đồ Sự Kiện Lịch Sử</dc:title>
  <dc:creator>TCEA / Miguel Guhlin</dc:creator>
  <cp:lastModifiedBy>TCEA</cp:lastModifiedBy>
</cp:coreProperties>
</file>